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저희가 만들고 있는 것은 로봇 두 팔이 수건을 스스로 접는 시스템입니다. 화면의 네 장면이 실제 시연 영상에서 뽑은 것입니다. 펼쳐진 수건을 먼저 반으로 접고, 이어서 양쪽을 안으로 접어 대문 모양으로 마무리합니다.
이 일이 어려운 이유는 수건이 계속 모양이 변하는 물체라서, 같은 동작을 해도 매번 다르게 접히기 때문입니다. 게다가 두 팔이 서로 맞춰 움직여야 합니다. 그래서 규칙을 프로그램으로 짜는 대신, 사람이 로봇 팔을 직접 조작한 시연을 보여주고 따라 하게 만들었습니다. 원본 시연 46개를 복제해 97개, 약 16만 프레임을 학습에 씁니다.
이번 설계의 핵심은 반접기부터 대문접기까지를 끊지 않고 한 번에 배우게 한 것입니다. 그래야 두 동작 사이의 전환, 즉 반으로 접은 수건을 어떻게 이어서 접는지까지 모델이 익힙니다.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현재는 학습 준비 단계입니다. 시연 데이터를 학습용으로 정리하고 있고, 끝나면 AI 모델을 약 3시간 학습합니다. 학습 중간에 점검을 하고, 성능이 오히려 떨어지면 이전 상태로 되돌립니다.
가장 중요한 검증은 그다음입니다. 실제 로봇으로 같은 조건에서 30번 시험해서 성공률을 재겠습니다. 학습 중 오차가 줄었다고 해서 로봇이 실제로 잘 접는다는 보장은 없기 때문입니다. 성공 기준은 시험 전에 정하고, 지금 성공률은 아직 측정 전이라 화면의 칸을 비워 두었습니다.
알려진 위험도 말씀드리겠습니다. 이번 학습량은 데이터를 약 1.2바퀴 도는 수준이라 부족할 수 있습니다. 그렇다면 학습을 더 이어서 하겠습니다. 시험에서 실패한 경우는 유형별로 나눠 원인을 분석하고, 가상 환경에서 수건 상황을 늘려 보강할 계획입니다.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5500" y="5334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WE ARE BUILDING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25500" y="889000"/>
            <a:ext cx="1054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EF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 두 팔이 수건을 스스로 반으로 접고, 양쪽을 안으로 접게 만듭니다</a:t>
            </a:r>
            <a:endParaRPr lang="en-US" sz="2900" dirty="0"/>
          </a:p>
        </p:txBody>
      </p:sp>
      <p:pic>
        <p:nvPicPr>
          <p:cNvPr id="5" name="Image 0" descr="/home/youngchan/lerobot/docs/towel_report/v2/img/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0" y="2133600"/>
            <a:ext cx="2508250" cy="1879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25500" y="2133600"/>
            <a:ext cx="2508250" cy="1879600"/>
          </a:xfrm>
          <a:prstGeom prst="rect">
            <a:avLst/>
          </a:prstGeom>
          <a:ln w="19050">
            <a:solidFill>
              <a:srgbClr val="2A3B5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25500" y="4089400"/>
            <a:ext cx="25082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EF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</a:t>
            </a:r>
            <a:pPr indent="0" marL="0">
              <a:buNone/>
            </a:pPr>
            <a:r>
              <a:rPr lang="en-US" sz="1350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펼친 수건</a:t>
            </a:r>
            <a:endParaRPr lang="en-US" sz="1350" dirty="0"/>
          </a:p>
        </p:txBody>
      </p:sp>
      <p:pic>
        <p:nvPicPr>
          <p:cNvPr id="8" name="Image 1" descr="/home/youngchan/lerobot/docs/towel_report/v2/img/f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025" y="2133600"/>
            <a:ext cx="2508250" cy="18796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502025" y="2133600"/>
            <a:ext cx="2508250" cy="1879600"/>
          </a:xfrm>
          <a:prstGeom prst="rect">
            <a:avLst/>
          </a:prstGeom>
          <a:ln w="19050">
            <a:solidFill>
              <a:srgbClr val="2A3B52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3502025" y="4089400"/>
            <a:ext cx="25082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EF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</a:t>
            </a:r>
            <a:pPr indent="0" marL="0">
              <a:buNone/>
            </a:pPr>
            <a:r>
              <a:rPr lang="en-US" sz="1350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반으로 접기</a:t>
            </a:r>
            <a:endParaRPr lang="en-US" sz="1350" dirty="0"/>
          </a:p>
        </p:txBody>
      </p:sp>
      <p:pic>
        <p:nvPicPr>
          <p:cNvPr id="11" name="Image 2" descr="/home/youngchan/lerobot/docs/towel_report/v2/img/f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550" y="2133600"/>
            <a:ext cx="2508250" cy="18796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178550" y="2133600"/>
            <a:ext cx="2508250" cy="1879600"/>
          </a:xfrm>
          <a:prstGeom prst="rect">
            <a:avLst/>
          </a:prstGeom>
          <a:ln w="19050">
            <a:solidFill>
              <a:srgbClr val="2A3B52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6178550" y="4089400"/>
            <a:ext cx="25082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EF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</a:t>
            </a:r>
            <a:pPr indent="0" marL="0">
              <a:buNone/>
            </a:pPr>
            <a:r>
              <a:rPr lang="en-US" sz="1350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양쪽을 안으로 접는 중</a:t>
            </a:r>
            <a:endParaRPr lang="en-US" sz="1350" dirty="0"/>
          </a:p>
        </p:txBody>
      </p:sp>
      <p:pic>
        <p:nvPicPr>
          <p:cNvPr id="14" name="Image 3" descr="/home/youngchan/lerobot/docs/towel_report/v2/img/f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5075" y="2133600"/>
            <a:ext cx="2508250" cy="187960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8855075" y="2133600"/>
            <a:ext cx="2508250" cy="1879600"/>
          </a:xfrm>
          <a:prstGeom prst="rect">
            <a:avLst/>
          </a:prstGeom>
          <a:ln w="19050">
            <a:solidFill>
              <a:srgbClr val="F2B84B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8855075" y="4089400"/>
            <a:ext cx="25082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EF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</a:t>
            </a:r>
            <a:pPr indent="0" marL="0">
              <a:buNone/>
            </a:pPr>
            <a:r>
              <a:rPr lang="en-US" sz="1350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대문접기 완성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825500" y="4597400"/>
            <a:ext cx="10541000" cy="0"/>
          </a:xfrm>
          <a:prstGeom prst="line">
            <a:avLst/>
          </a:prstGeom>
          <a:noFill/>
          <a:ln w="19050">
            <a:solidFill>
              <a:srgbClr val="2A3B52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825500" y="478790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어려운가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825500" y="5105400"/>
            <a:ext cx="32766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EF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수건은 모양이 계속 변해서 같은 동작도 매번 다르게 접힙니다. 두 팔이 함께 움직여야 합니다.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4457700" y="478790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가르치나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457700" y="5105400"/>
            <a:ext cx="32766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EF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로봇 팔을 직접 조작한 시연 46개(복제 포함 97개, 약 16만 프레임)를 보고 따라 하게 합니다.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8089900" y="478790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설계의 핵심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8089900" y="5105400"/>
            <a:ext cx="32766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EF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반접기부터 대문접기까지 끊지 않고 이어서 배워, 두 동작 사이의 전환까지 익히게 합니다.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8255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5500" y="5334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&amp; VERIFICATION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25500" y="889000"/>
            <a:ext cx="1054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EF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학습 준비 단계이고, 성공 여부는 실제 로봇 30회 시험으로 확인합니다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825500" y="2273300"/>
            <a:ext cx="165100" cy="165100"/>
          </a:xfrm>
          <a:prstGeom prst="ellipse">
            <a:avLst/>
          </a:prstGeom>
          <a:solidFill>
            <a:srgbClr val="F2B84B"/>
          </a:solidFill>
          <a:ln w="25400">
            <a:solidFill>
              <a:srgbClr val="F2B84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08050" y="2451100"/>
            <a:ext cx="0" cy="673100"/>
          </a:xfrm>
          <a:prstGeom prst="line">
            <a:avLst/>
          </a:prstGeom>
          <a:noFill/>
          <a:ln w="19050">
            <a:solidFill>
              <a:srgbClr val="2A3B5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1100" y="22352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진행 중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81100" y="24765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EEF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데이터를 학습용으로 정리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5500" y="3162300"/>
            <a:ext cx="165100" cy="165100"/>
          </a:xfrm>
          <a:prstGeom prst="ellipse">
            <a:avLst/>
          </a:prstGeom>
          <a:solidFill>
            <a:srgbClr val="0E1A2B"/>
          </a:solidFill>
          <a:ln w="25400">
            <a:solidFill>
              <a:srgbClr val="8F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08050" y="3340100"/>
            <a:ext cx="0" cy="927100"/>
          </a:xfrm>
          <a:prstGeom prst="line">
            <a:avLst/>
          </a:prstGeom>
          <a:noFill/>
          <a:ln w="19050">
            <a:solidFill>
              <a:srgbClr val="2A3B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81100" y="31242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다음 (약 3시간)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81100" y="33655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EF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 학습, 중간 점검에서 성능이 떨어지면 이전 상태로 되돌림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25500" y="4305300"/>
            <a:ext cx="165100" cy="165100"/>
          </a:xfrm>
          <a:prstGeom prst="ellipse">
            <a:avLst/>
          </a:prstGeom>
          <a:solidFill>
            <a:srgbClr val="0E1A2B"/>
          </a:solidFill>
          <a:ln w="25400">
            <a:solidFill>
              <a:srgbClr val="8F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08050" y="4483100"/>
            <a:ext cx="0" cy="673100"/>
          </a:xfrm>
          <a:prstGeom prst="line">
            <a:avLst/>
          </a:prstGeom>
          <a:noFill/>
          <a:ln w="19050">
            <a:solidFill>
              <a:srgbClr val="2A3B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81100" y="42672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그다음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81100" y="45085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EF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로봇으로 같은 조건에서 30회 시험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25500" y="5194300"/>
            <a:ext cx="165100" cy="165100"/>
          </a:xfrm>
          <a:prstGeom prst="ellipse">
            <a:avLst/>
          </a:prstGeom>
          <a:solidFill>
            <a:srgbClr val="0E1A2B"/>
          </a:solidFill>
          <a:ln w="25400">
            <a:solidFill>
              <a:srgbClr val="8FA0B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81100" y="51562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이후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81100" y="53975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실패한 경우를 유형별로 분석하고 가상 환경에서 보강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969000" y="2209800"/>
            <a:ext cx="5397500" cy="1993900"/>
          </a:xfrm>
          <a:prstGeom prst="rect">
            <a:avLst/>
          </a:prstGeom>
          <a:ln w="19050">
            <a:solidFill>
              <a:srgbClr val="2A3B5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35700" y="24384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성공률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35700" y="2692400"/>
            <a:ext cx="482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EF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전</a:t>
            </a:r>
            <a:pPr indent="0" marL="0">
              <a:buNone/>
            </a:pPr>
            <a:r>
              <a:rPr lang="en-US" sz="2600" b="1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/ 30회</a:t>
            </a:r>
            <a:endParaRPr lang="en-US" sz="4800" dirty="0"/>
          </a:p>
        </p:txBody>
      </p:sp>
      <p:sp>
        <p:nvSpPr>
          <p:cNvPr id="23" name="Text 20"/>
          <p:cNvSpPr/>
          <p:nvPr/>
        </p:nvSpPr>
        <p:spPr>
          <a:xfrm>
            <a:off x="6235700" y="3594100"/>
            <a:ext cx="4889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결과가 나오면 이 칸을 채웁니다. 성공 기준은 시험 전에 정합니다.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969000" y="4445000"/>
            <a:ext cx="508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실제 시험이 필요한가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69000" y="4724400"/>
            <a:ext cx="539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EF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중 오차가 줄어도 로봇이 실제로 잘 접는다는 보장은 없습니다.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5969000" y="5156200"/>
            <a:ext cx="508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알려진 위험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69000" y="5435600"/>
            <a:ext cx="539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EF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학습량이 데이터를 약 1.2바퀴 도는 수준이라 부족할 수 있습니다. 그 경우 학습을 더 이어서 합니다.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825500" y="6400800"/>
            <a:ext cx="1054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설정: ACT 정책 · 40,000스텝 · 배치 4 · 10,000스텝마다 점검 · 8GB GPU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5500" y="6350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수건 접기 정책 학습 v2</dc:title>
  <dc:subject>PptxGenJS Presentation</dc:subject>
  <dc:creator>PptxGenJS</dc:creator>
  <cp:lastModifiedBy>PptxGenJS</cp:lastModifiedBy>
  <cp:revision>1</cp:revision>
  <dcterms:created xsi:type="dcterms:W3CDTF">2026-09-30T07:15:52Z</dcterms:created>
  <dcterms:modified xsi:type="dcterms:W3CDTF">2026-09-30T07:15:52Z</dcterms:modified>
</cp:coreProperties>
</file>