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목표는 로봇 두 팔이 펼쳐진 수건을 스스로 반으로 접고, 이어서 양쪽을 안으로 접는 대문접기까지 마무리하게 하는 것입니다. 화면의 네 장면은 실제 시연 영상에서 뽑은 것입니다.
수건은 모양이 계속 변하고 두 팔이 함께 움직여야 해서, 규칙을 프로그램으로 짜기보다 사람이 로봇 팔을 직접 조작한 시연을 보여주고 따라 하게 만들었습니다. 사용하는 로봇은 SO-101 양팔이고, 현재 성공률은 아직 측정 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 구성입니다. 입력은 카메라 네 대의 화면과 양팔 관절 상태 열두 개입니다. 위에서 본 화면과 깊이 화면으로 수건 전체를 보고, 양쪽 손목 카메라로 팔 끝에서 수건을 가까이 봅니다.
이 입력이 ACT 모델 하나로 들어가면, 모델이 100스텝, 약 3.3초 분량의 동작을 한 번에 예측합니다. 출력은 양팔 관절 목표값 열두 개이고, 초당 30번 실행합니다. 반접기와 대문접기를 하나의 모델이 이어서 처리한다는 점이 이번 설계의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데이터입니다. 원본 시연 72개 중에서 반접기와 대문접기가 모두 있고 수건이 펼쳐진 상태에서 시작하는 46개를 골랐습니다. 이를 조건별로 균형 있게 복제해 97개, 약 15만 9천 프레임을 만들었고, 학습 79개와 평가 18개로 나눴습니다.
다만 복제본은 같은 영상이라서 실제로 서로 다른 학습 시연은 37개입니다. 그래서 학습할 때마다 밝기와 색, 작은 이동과 회전을 다르게 바꿔서 넣습니다. 학습은 10만 스텝, 배치 8로 하고 약 11시간에서 13시간을 예상합니다.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예상되는 위험이 세 가지 있습니다. 첫째, 펼친 수건에서 시작하는 시연만 학습해서 수건이 구겨져 있으면 실패할 수 있습니다. 그래서 시험 때는 수건을 먼저 펼쳐 놓고 시작하고, 필요하면 펼치기 시연을 추가합니다.
둘째, 서로 다른 시연이 37개뿐이라 데이터가 적습니다. 이미지 변환으로 과적합을 줄이고, 결과를 보고 시연을 더 모으겠습니다. 셋째, 학습 오차가 줄어도 실제로 잘 접는다는 보장이 없습니다. 그래서 30회 실제 시험으로 성공률을 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평가 계획입니다. 같은 조건에서 로봇으로 30회 시험하고, 성공 기준은 시험 전에 정합니다. 매번 성공 여부와 함께 어느 단계에서 실패했는지, 반접기인지 전환 구간인지 대문접기인지를 기록합니다. 오른쪽 표는 결과가 나오면 채울 자리이고, 지금은 성공률이 측정 전입니다.
다음 단계는 이 기록을 보고 정합니다. 실패가 전환이나 대문접기에 몰려 있으면 정책을 둘로 나눠 학습하고, 시연을 더 모으거나 가상 환경에서 보강하는 것도 함께 검토하겠습니다.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98500" y="508000"/>
            <a:ext cx="5715000" cy="254000"/>
          </a:xfrm>
          <a:prstGeom prst="rect">
            <a:avLst/>
          </a:prstGeom>
          <a:noFill/>
          <a:ln/>
        </p:spPr>
        <p:txBody>
          <a:bodyPr wrap="square" lIns="0" tIns="0" rIns="0" bIns="0" rtlCol="0" anchor="t"/>
          <a:lstStyle/>
          <a:p>
            <a:pPr indent="0" marL="0">
              <a:buNone/>
            </a:pPr>
            <a:r>
              <a:rPr lang="en-US" sz="1300" b="1" dirty="0">
                <a:solidFill>
                  <a:srgbClr val="2F6FED"/>
                </a:solidFill>
                <a:latin typeface="Malgun Gothic" pitchFamily="34" charset="0"/>
                <a:ea typeface="Malgun Gothic" pitchFamily="34" charset="-122"/>
                <a:cs typeface="Malgun Gothic" pitchFamily="34" charset="-120"/>
              </a:rPr>
              <a:t>01 · 프로젝트 목표</a:t>
            </a:r>
            <a:endParaRPr lang="en-US" sz="1300" dirty="0"/>
          </a:p>
        </p:txBody>
      </p:sp>
      <p:sp>
        <p:nvSpPr>
          <p:cNvPr id="4" name="Text 1"/>
          <p:cNvSpPr/>
          <p:nvPr/>
        </p:nvSpPr>
        <p:spPr>
          <a:xfrm>
            <a:off x="698500" y="825500"/>
            <a:ext cx="10414000" cy="952500"/>
          </a:xfrm>
          <a:prstGeom prst="rect">
            <a:avLst/>
          </a:prstGeom>
          <a:noFill/>
          <a:ln/>
        </p:spPr>
        <p:txBody>
          <a:bodyPr wrap="square" lIns="0" tIns="0" rIns="0" bIns="0" rtlCol="0" anchor="t"/>
          <a:lstStyle/>
          <a:p>
            <a:pPr indent="0" marL="0">
              <a:buNone/>
            </a:pPr>
            <a:r>
              <a:rPr lang="en-US" sz="2800" b="1" dirty="0">
                <a:solidFill>
                  <a:srgbClr val="191F28"/>
                </a:solidFill>
                <a:latin typeface="Malgun Gothic" pitchFamily="34" charset="0"/>
                <a:ea typeface="Malgun Gothic" pitchFamily="34" charset="-122"/>
                <a:cs typeface="Malgun Gothic" pitchFamily="34" charset="-120"/>
              </a:rPr>
              <a:t>로봇 두 팔이 펼친 수건을 스스로 반으로 접고, 대문접기까지 마무리합니다</a:t>
            </a:r>
            <a:endParaRPr lang="en-US" sz="2800" dirty="0"/>
          </a:p>
        </p:txBody>
      </p:sp>
      <p:sp>
        <p:nvSpPr>
          <p:cNvPr id="5" name="Text 2"/>
          <p:cNvSpPr/>
          <p:nvPr/>
        </p:nvSpPr>
        <p:spPr>
          <a:xfrm>
            <a:off x="698500" y="6400800"/>
            <a:ext cx="3810000" cy="228600"/>
          </a:xfrm>
          <a:prstGeom prst="rect">
            <a:avLst/>
          </a:prstGeom>
          <a:noFill/>
          <a:ln/>
        </p:spPr>
        <p:txBody>
          <a:bodyPr wrap="square" lIns="0" tIns="0" rIns="0" bIns="0" rtlCol="0" anchor="t"/>
          <a:lstStyle/>
          <a:p>
            <a:pPr indent="0" marL="0">
              <a:buNone/>
            </a:pPr>
            <a:r>
              <a:rPr lang="en-US" sz="1200" dirty="0">
                <a:solidFill>
                  <a:srgbClr val="6B7684"/>
                </a:solidFill>
                <a:latin typeface="Malgun Gothic" pitchFamily="34" charset="0"/>
                <a:ea typeface="Malgun Gothic" pitchFamily="34" charset="-122"/>
                <a:cs typeface="Malgun Gothic" pitchFamily="34" charset="-120"/>
              </a:rPr>
              <a:t>수건 접기 정책 학습</a:t>
            </a:r>
            <a:endParaRPr lang="en-US" sz="1200" dirty="0"/>
          </a:p>
        </p:txBody>
      </p:sp>
      <p:sp>
        <p:nvSpPr>
          <p:cNvPr id="6" name="Text 3"/>
          <p:cNvSpPr/>
          <p:nvPr/>
        </p:nvSpPr>
        <p:spPr>
          <a:xfrm>
            <a:off x="10223500" y="6400800"/>
            <a:ext cx="1270000" cy="228600"/>
          </a:xfrm>
          <a:prstGeom prst="rect">
            <a:avLst/>
          </a:prstGeom>
          <a:noFill/>
          <a:ln/>
        </p:spPr>
        <p:txBody>
          <a:bodyPr wrap="square" lIns="0" tIns="0" rIns="0" bIns="0" rtlCol="0" anchor="t"/>
          <a:lstStyle/>
          <a:p>
            <a:pPr algn="r" indent="0" marL="0">
              <a:buNone/>
            </a:pPr>
            <a:r>
              <a:rPr lang="en-US" sz="1300" dirty="0">
                <a:solidFill>
                  <a:srgbClr val="6B7684"/>
                </a:solidFill>
                <a:latin typeface="Malgun Gothic" pitchFamily="34" charset="0"/>
                <a:ea typeface="Malgun Gothic" pitchFamily="34" charset="-122"/>
                <a:cs typeface="Malgun Gothic" pitchFamily="34" charset="-120"/>
              </a:rPr>
              <a:t>1 / 5</a:t>
            </a:r>
            <a:endParaRPr lang="en-US" sz="1300" dirty="0"/>
          </a:p>
        </p:txBody>
      </p:sp>
      <p:sp>
        <p:nvSpPr>
          <p:cNvPr id="7" name="Text 4"/>
          <p:cNvSpPr/>
          <p:nvPr/>
        </p:nvSpPr>
        <p:spPr>
          <a:xfrm>
            <a:off x="698500" y="1854200"/>
            <a:ext cx="10795000" cy="317500"/>
          </a:xfrm>
          <a:prstGeom prst="rect">
            <a:avLst/>
          </a:prstGeom>
          <a:noFill/>
          <a:ln/>
        </p:spPr>
        <p:txBody>
          <a:bodyPr wrap="square" lIns="0" tIns="0" rIns="0" bIns="0" rtlCol="0" anchor="t"/>
          <a:lstStyle/>
          <a:p>
            <a:pPr indent="0" marL="0">
              <a:buNone/>
            </a:pPr>
            <a:r>
              <a:rPr lang="en-US" sz="1550" dirty="0">
                <a:solidFill>
                  <a:srgbClr val="6B7684"/>
                </a:solidFill>
                <a:latin typeface="Malgun Gothic" pitchFamily="34" charset="0"/>
                <a:ea typeface="Malgun Gothic" pitchFamily="34" charset="-122"/>
                <a:cs typeface="Malgun Gothic" pitchFamily="34" charset="-120"/>
              </a:rPr>
              <a:t>사람의 시연을 보고 따라 하는 AI 모델 하나로, 두 동작을 끊지 않고 이어서 배웁니다</a:t>
            </a:r>
            <a:endParaRPr lang="en-US" sz="1550" dirty="0"/>
          </a:p>
        </p:txBody>
      </p:sp>
      <p:pic>
        <p:nvPicPr>
          <p:cNvPr id="8" name="Image 0" descr="/home/youngchan/lerobot/docs/towel_report/v2/img/f1.jpg">    </p:cNvPr>
          <p:cNvPicPr>
            <a:picLocks noChangeAspect="1"/>
          </p:cNvPicPr>
          <p:nvPr/>
        </p:nvPicPr>
        <p:blipFill>
          <a:blip r:embed="rId1"/>
          <a:stretch>
            <a:fillRect/>
          </a:stretch>
        </p:blipFill>
        <p:spPr>
          <a:xfrm>
            <a:off x="698500" y="2451100"/>
            <a:ext cx="2590800" cy="1943100"/>
          </a:xfrm>
          <a:prstGeom prst="rect">
            <a:avLst/>
          </a:prstGeom>
        </p:spPr>
      </p:pic>
      <p:sp>
        <p:nvSpPr>
          <p:cNvPr id="9" name="Shape 5"/>
          <p:cNvSpPr/>
          <p:nvPr/>
        </p:nvSpPr>
        <p:spPr>
          <a:xfrm>
            <a:off x="698500" y="2451100"/>
            <a:ext cx="2590800" cy="1943100"/>
          </a:xfrm>
          <a:prstGeom prst="rect">
            <a:avLst/>
          </a:prstGeom>
          <a:ln w="19050">
            <a:solidFill>
              <a:srgbClr val="E1E4E8"/>
            </a:solidFill>
            <a:prstDash val="solid"/>
          </a:ln>
        </p:spPr>
      </p:sp>
      <p:sp>
        <p:nvSpPr>
          <p:cNvPr id="10" name="Text 6"/>
          <p:cNvSpPr/>
          <p:nvPr/>
        </p:nvSpPr>
        <p:spPr>
          <a:xfrm>
            <a:off x="698500" y="4470400"/>
            <a:ext cx="2590800" cy="279400"/>
          </a:xfrm>
          <a:prstGeom prst="rect">
            <a:avLst/>
          </a:prstGeom>
          <a:noFill/>
          <a:ln/>
        </p:spPr>
        <p:txBody>
          <a:bodyPr wrap="square" lIns="0" tIns="0" rIns="0" bIns="0" rtlCol="0" anchor="t"/>
          <a:lstStyle/>
          <a:p>
            <a:pPr indent="0" marL="0">
              <a:buNone/>
            </a:pPr>
            <a:r>
              <a:rPr lang="en-US" sz="1400" b="1" dirty="0">
                <a:solidFill>
                  <a:srgbClr val="6B7684"/>
                </a:solidFill>
                <a:latin typeface="Malgun Gothic" pitchFamily="34" charset="0"/>
                <a:ea typeface="Malgun Gothic" pitchFamily="34" charset="-122"/>
                <a:cs typeface="Malgun Gothic" pitchFamily="34" charset="-120"/>
              </a:rPr>
              <a:t>1  </a:t>
            </a:r>
            <a:pPr indent="0" marL="0">
              <a:buNone/>
            </a:pPr>
            <a:r>
              <a:rPr lang="en-US" sz="1400" dirty="0">
                <a:solidFill>
                  <a:srgbClr val="191F28"/>
                </a:solidFill>
                <a:latin typeface="Malgun Gothic" pitchFamily="34" charset="0"/>
                <a:ea typeface="Malgun Gothic" pitchFamily="34" charset="-122"/>
                <a:cs typeface="Malgun Gothic" pitchFamily="34" charset="-120"/>
              </a:rPr>
              <a:t>펼친 수건</a:t>
            </a:r>
            <a:endParaRPr lang="en-US" sz="1400" dirty="0"/>
          </a:p>
        </p:txBody>
      </p:sp>
      <p:pic>
        <p:nvPicPr>
          <p:cNvPr id="11" name="Image 1" descr="/home/youngchan/lerobot/docs/towel_report/v2/img/f2.jpg">    </p:cNvPr>
          <p:cNvPicPr>
            <a:picLocks noChangeAspect="1"/>
          </p:cNvPicPr>
          <p:nvPr/>
        </p:nvPicPr>
        <p:blipFill>
          <a:blip r:embed="rId2"/>
          <a:stretch>
            <a:fillRect/>
          </a:stretch>
        </p:blipFill>
        <p:spPr>
          <a:xfrm>
            <a:off x="3432175" y="2451100"/>
            <a:ext cx="2590800" cy="1943100"/>
          </a:xfrm>
          <a:prstGeom prst="rect">
            <a:avLst/>
          </a:prstGeom>
        </p:spPr>
      </p:pic>
      <p:sp>
        <p:nvSpPr>
          <p:cNvPr id="12" name="Shape 7"/>
          <p:cNvSpPr/>
          <p:nvPr/>
        </p:nvSpPr>
        <p:spPr>
          <a:xfrm>
            <a:off x="3432175" y="2451100"/>
            <a:ext cx="2590800" cy="1943100"/>
          </a:xfrm>
          <a:prstGeom prst="rect">
            <a:avLst/>
          </a:prstGeom>
          <a:ln w="19050">
            <a:solidFill>
              <a:srgbClr val="E1E4E8"/>
            </a:solidFill>
            <a:prstDash val="solid"/>
          </a:ln>
        </p:spPr>
      </p:sp>
      <p:sp>
        <p:nvSpPr>
          <p:cNvPr id="13" name="Text 8"/>
          <p:cNvSpPr/>
          <p:nvPr/>
        </p:nvSpPr>
        <p:spPr>
          <a:xfrm>
            <a:off x="3432175" y="4470400"/>
            <a:ext cx="2590800" cy="279400"/>
          </a:xfrm>
          <a:prstGeom prst="rect">
            <a:avLst/>
          </a:prstGeom>
          <a:noFill/>
          <a:ln/>
        </p:spPr>
        <p:txBody>
          <a:bodyPr wrap="square" lIns="0" tIns="0" rIns="0" bIns="0" rtlCol="0" anchor="t"/>
          <a:lstStyle/>
          <a:p>
            <a:pPr indent="0" marL="0">
              <a:buNone/>
            </a:pPr>
            <a:r>
              <a:rPr lang="en-US" sz="1400" b="1" dirty="0">
                <a:solidFill>
                  <a:srgbClr val="6B7684"/>
                </a:solidFill>
                <a:latin typeface="Malgun Gothic" pitchFamily="34" charset="0"/>
                <a:ea typeface="Malgun Gothic" pitchFamily="34" charset="-122"/>
                <a:cs typeface="Malgun Gothic" pitchFamily="34" charset="-120"/>
              </a:rPr>
              <a:t>2  </a:t>
            </a:r>
            <a:pPr indent="0" marL="0">
              <a:buNone/>
            </a:pPr>
            <a:r>
              <a:rPr lang="en-US" sz="1400" dirty="0">
                <a:solidFill>
                  <a:srgbClr val="191F28"/>
                </a:solidFill>
                <a:latin typeface="Malgun Gothic" pitchFamily="34" charset="0"/>
                <a:ea typeface="Malgun Gothic" pitchFamily="34" charset="-122"/>
                <a:cs typeface="Malgun Gothic" pitchFamily="34" charset="-120"/>
              </a:rPr>
              <a:t>반으로 접기</a:t>
            </a:r>
            <a:endParaRPr lang="en-US" sz="1400" dirty="0"/>
          </a:p>
        </p:txBody>
      </p:sp>
      <p:pic>
        <p:nvPicPr>
          <p:cNvPr id="14" name="Image 2" descr="/home/youngchan/lerobot/docs/towel_report/v2/img/f3.jpg">    </p:cNvPr>
          <p:cNvPicPr>
            <a:picLocks noChangeAspect="1"/>
          </p:cNvPicPr>
          <p:nvPr/>
        </p:nvPicPr>
        <p:blipFill>
          <a:blip r:embed="rId3"/>
          <a:stretch>
            <a:fillRect/>
          </a:stretch>
        </p:blipFill>
        <p:spPr>
          <a:xfrm>
            <a:off x="6165850" y="2451100"/>
            <a:ext cx="2590800" cy="1943100"/>
          </a:xfrm>
          <a:prstGeom prst="rect">
            <a:avLst/>
          </a:prstGeom>
        </p:spPr>
      </p:pic>
      <p:sp>
        <p:nvSpPr>
          <p:cNvPr id="15" name="Shape 9"/>
          <p:cNvSpPr/>
          <p:nvPr/>
        </p:nvSpPr>
        <p:spPr>
          <a:xfrm>
            <a:off x="6165850" y="2451100"/>
            <a:ext cx="2590800" cy="1943100"/>
          </a:xfrm>
          <a:prstGeom prst="rect">
            <a:avLst/>
          </a:prstGeom>
          <a:ln w="19050">
            <a:solidFill>
              <a:srgbClr val="E1E4E8"/>
            </a:solidFill>
            <a:prstDash val="solid"/>
          </a:ln>
        </p:spPr>
      </p:sp>
      <p:sp>
        <p:nvSpPr>
          <p:cNvPr id="16" name="Text 10"/>
          <p:cNvSpPr/>
          <p:nvPr/>
        </p:nvSpPr>
        <p:spPr>
          <a:xfrm>
            <a:off x="6165850" y="4470400"/>
            <a:ext cx="2590800" cy="279400"/>
          </a:xfrm>
          <a:prstGeom prst="rect">
            <a:avLst/>
          </a:prstGeom>
          <a:noFill/>
          <a:ln/>
        </p:spPr>
        <p:txBody>
          <a:bodyPr wrap="square" lIns="0" tIns="0" rIns="0" bIns="0" rtlCol="0" anchor="t"/>
          <a:lstStyle/>
          <a:p>
            <a:pPr indent="0" marL="0">
              <a:buNone/>
            </a:pPr>
            <a:r>
              <a:rPr lang="en-US" sz="1400" b="1" dirty="0">
                <a:solidFill>
                  <a:srgbClr val="6B7684"/>
                </a:solidFill>
                <a:latin typeface="Malgun Gothic" pitchFamily="34" charset="0"/>
                <a:ea typeface="Malgun Gothic" pitchFamily="34" charset="-122"/>
                <a:cs typeface="Malgun Gothic" pitchFamily="34" charset="-120"/>
              </a:rPr>
              <a:t>3  </a:t>
            </a:r>
            <a:pPr indent="0" marL="0">
              <a:buNone/>
            </a:pPr>
            <a:r>
              <a:rPr lang="en-US" sz="1400" dirty="0">
                <a:solidFill>
                  <a:srgbClr val="191F28"/>
                </a:solidFill>
                <a:latin typeface="Malgun Gothic" pitchFamily="34" charset="0"/>
                <a:ea typeface="Malgun Gothic" pitchFamily="34" charset="-122"/>
                <a:cs typeface="Malgun Gothic" pitchFamily="34" charset="-120"/>
              </a:rPr>
              <a:t>양쪽을 안으로 접는 중</a:t>
            </a:r>
            <a:endParaRPr lang="en-US" sz="1400" dirty="0"/>
          </a:p>
        </p:txBody>
      </p:sp>
      <p:pic>
        <p:nvPicPr>
          <p:cNvPr id="17" name="Image 3" descr="/home/youngchan/lerobot/docs/towel_report/v2/img/f4.jpg">    </p:cNvPr>
          <p:cNvPicPr>
            <a:picLocks noChangeAspect="1"/>
          </p:cNvPicPr>
          <p:nvPr/>
        </p:nvPicPr>
        <p:blipFill>
          <a:blip r:embed="rId4"/>
          <a:stretch>
            <a:fillRect/>
          </a:stretch>
        </p:blipFill>
        <p:spPr>
          <a:xfrm>
            <a:off x="8899525" y="2451100"/>
            <a:ext cx="2590800" cy="1943100"/>
          </a:xfrm>
          <a:prstGeom prst="rect">
            <a:avLst/>
          </a:prstGeom>
        </p:spPr>
      </p:pic>
      <p:sp>
        <p:nvSpPr>
          <p:cNvPr id="18" name="Shape 11"/>
          <p:cNvSpPr/>
          <p:nvPr/>
        </p:nvSpPr>
        <p:spPr>
          <a:xfrm>
            <a:off x="8899525" y="2451100"/>
            <a:ext cx="2590800" cy="1943100"/>
          </a:xfrm>
          <a:prstGeom prst="rect">
            <a:avLst/>
          </a:prstGeom>
          <a:ln w="19050">
            <a:solidFill>
              <a:srgbClr val="E1E4E8"/>
            </a:solidFill>
            <a:prstDash val="solid"/>
          </a:ln>
        </p:spPr>
      </p:sp>
      <p:sp>
        <p:nvSpPr>
          <p:cNvPr id="19" name="Text 12"/>
          <p:cNvSpPr/>
          <p:nvPr/>
        </p:nvSpPr>
        <p:spPr>
          <a:xfrm>
            <a:off x="8899525" y="4470400"/>
            <a:ext cx="2590800" cy="279400"/>
          </a:xfrm>
          <a:prstGeom prst="rect">
            <a:avLst/>
          </a:prstGeom>
          <a:noFill/>
          <a:ln/>
        </p:spPr>
        <p:txBody>
          <a:bodyPr wrap="square" lIns="0" tIns="0" rIns="0" bIns="0" rtlCol="0" anchor="t"/>
          <a:lstStyle/>
          <a:p>
            <a:pPr indent="0" marL="0">
              <a:buNone/>
            </a:pPr>
            <a:r>
              <a:rPr lang="en-US" sz="1400" b="1" dirty="0">
                <a:solidFill>
                  <a:srgbClr val="6B7684"/>
                </a:solidFill>
                <a:latin typeface="Malgun Gothic" pitchFamily="34" charset="0"/>
                <a:ea typeface="Malgun Gothic" pitchFamily="34" charset="-122"/>
                <a:cs typeface="Malgun Gothic" pitchFamily="34" charset="-120"/>
              </a:rPr>
              <a:t>4  </a:t>
            </a:r>
            <a:pPr indent="0" marL="0">
              <a:buNone/>
            </a:pPr>
            <a:r>
              <a:rPr lang="en-US" sz="1400" b="1" dirty="0">
                <a:solidFill>
                  <a:srgbClr val="191F28"/>
                </a:solidFill>
                <a:latin typeface="Malgun Gothic" pitchFamily="34" charset="0"/>
                <a:ea typeface="Malgun Gothic" pitchFamily="34" charset="-122"/>
                <a:cs typeface="Malgun Gothic" pitchFamily="34" charset="-120"/>
              </a:rPr>
              <a:t>대문접기 완성</a:t>
            </a:r>
            <a:endParaRPr lang="en-US" sz="1400" dirty="0"/>
          </a:p>
        </p:txBody>
      </p:sp>
      <p:sp>
        <p:nvSpPr>
          <p:cNvPr id="20" name="Shape 13"/>
          <p:cNvSpPr/>
          <p:nvPr/>
        </p:nvSpPr>
        <p:spPr>
          <a:xfrm>
            <a:off x="698500" y="4978400"/>
            <a:ext cx="10795000" cy="0"/>
          </a:xfrm>
          <a:prstGeom prst="line">
            <a:avLst/>
          </a:prstGeom>
          <a:noFill/>
          <a:ln w="19050">
            <a:solidFill>
              <a:srgbClr val="E1E4E8"/>
            </a:solidFill>
            <a:prstDash val="solid"/>
          </a:ln>
        </p:spPr>
      </p:sp>
      <p:sp>
        <p:nvSpPr>
          <p:cNvPr id="21" name="Text 14"/>
          <p:cNvSpPr/>
          <p:nvPr/>
        </p:nvSpPr>
        <p:spPr>
          <a:xfrm>
            <a:off x="698500" y="5118100"/>
            <a:ext cx="3302000" cy="203200"/>
          </a:xfrm>
          <a:prstGeom prst="rect">
            <a:avLst/>
          </a:prstGeom>
          <a:noFill/>
          <a:ln/>
        </p:spPr>
        <p:txBody>
          <a:bodyPr wrap="square" lIns="0" tIns="0" rIns="0" bIns="0" rtlCol="0" anchor="t"/>
          <a:lstStyle/>
          <a:p>
            <a:pPr indent="0" marL="0">
              <a:buNone/>
            </a:pPr>
            <a:r>
              <a:rPr lang="en-US" sz="1200" dirty="0">
                <a:solidFill>
                  <a:srgbClr val="6B7684"/>
                </a:solidFill>
                <a:latin typeface="Malgun Gothic" pitchFamily="34" charset="0"/>
                <a:ea typeface="Malgun Gothic" pitchFamily="34" charset="-122"/>
                <a:cs typeface="Malgun Gothic" pitchFamily="34" charset="-120"/>
              </a:rPr>
              <a:t>로봇</a:t>
            </a:r>
            <a:endParaRPr lang="en-US" sz="1200" dirty="0"/>
          </a:p>
        </p:txBody>
      </p:sp>
      <p:sp>
        <p:nvSpPr>
          <p:cNvPr id="22" name="Text 15"/>
          <p:cNvSpPr/>
          <p:nvPr/>
        </p:nvSpPr>
        <p:spPr>
          <a:xfrm>
            <a:off x="698500" y="5346700"/>
            <a:ext cx="3429000" cy="279400"/>
          </a:xfrm>
          <a:prstGeom prst="rect">
            <a:avLst/>
          </a:prstGeom>
          <a:noFill/>
          <a:ln/>
        </p:spPr>
        <p:txBody>
          <a:bodyPr wrap="square" lIns="0" tIns="0" rIns="0" bIns="0" rtlCol="0" anchor="t"/>
          <a:lstStyle/>
          <a:p>
            <a:pPr indent="0" marL="0">
              <a:buNone/>
            </a:pPr>
            <a:r>
              <a:rPr lang="en-US" sz="1500" dirty="0">
                <a:solidFill>
                  <a:srgbClr val="191F28"/>
                </a:solidFill>
                <a:latin typeface="Malgun Gothic" pitchFamily="34" charset="0"/>
                <a:ea typeface="Malgun Gothic" pitchFamily="34" charset="-122"/>
                <a:cs typeface="Malgun Gothic" pitchFamily="34" charset="-120"/>
              </a:rPr>
              <a:t>SO-101 양팔</a:t>
            </a:r>
            <a:endParaRPr lang="en-US" sz="1500" dirty="0"/>
          </a:p>
        </p:txBody>
      </p:sp>
      <p:sp>
        <p:nvSpPr>
          <p:cNvPr id="23" name="Shape 16"/>
          <p:cNvSpPr/>
          <p:nvPr/>
        </p:nvSpPr>
        <p:spPr>
          <a:xfrm>
            <a:off x="4127500" y="5118100"/>
            <a:ext cx="0" cy="558800"/>
          </a:xfrm>
          <a:prstGeom prst="line">
            <a:avLst/>
          </a:prstGeom>
          <a:noFill/>
          <a:ln w="19050">
            <a:solidFill>
              <a:srgbClr val="E1E4E8"/>
            </a:solidFill>
            <a:prstDash val="solid"/>
          </a:ln>
        </p:spPr>
      </p:sp>
      <p:sp>
        <p:nvSpPr>
          <p:cNvPr id="24" name="Text 17"/>
          <p:cNvSpPr/>
          <p:nvPr/>
        </p:nvSpPr>
        <p:spPr>
          <a:xfrm>
            <a:off x="4381500" y="5118100"/>
            <a:ext cx="3302000" cy="203200"/>
          </a:xfrm>
          <a:prstGeom prst="rect">
            <a:avLst/>
          </a:prstGeom>
          <a:noFill/>
          <a:ln/>
        </p:spPr>
        <p:txBody>
          <a:bodyPr wrap="square" lIns="0" tIns="0" rIns="0" bIns="0" rtlCol="0" anchor="t"/>
          <a:lstStyle/>
          <a:p>
            <a:pPr indent="0" marL="0">
              <a:buNone/>
            </a:pPr>
            <a:r>
              <a:rPr lang="en-US" sz="1200" dirty="0">
                <a:solidFill>
                  <a:srgbClr val="6B7684"/>
                </a:solidFill>
                <a:latin typeface="Malgun Gothic" pitchFamily="34" charset="0"/>
                <a:ea typeface="Malgun Gothic" pitchFamily="34" charset="-122"/>
                <a:cs typeface="Malgun Gothic" pitchFamily="34" charset="-120"/>
              </a:rPr>
              <a:t>가르치는 방법</a:t>
            </a:r>
            <a:endParaRPr lang="en-US" sz="1200" dirty="0"/>
          </a:p>
        </p:txBody>
      </p:sp>
      <p:sp>
        <p:nvSpPr>
          <p:cNvPr id="25" name="Text 18"/>
          <p:cNvSpPr/>
          <p:nvPr/>
        </p:nvSpPr>
        <p:spPr>
          <a:xfrm>
            <a:off x="4381500" y="5346700"/>
            <a:ext cx="3429000" cy="279400"/>
          </a:xfrm>
          <a:prstGeom prst="rect">
            <a:avLst/>
          </a:prstGeom>
          <a:noFill/>
          <a:ln/>
        </p:spPr>
        <p:txBody>
          <a:bodyPr wrap="square" lIns="0" tIns="0" rIns="0" bIns="0" rtlCol="0" anchor="t"/>
          <a:lstStyle/>
          <a:p>
            <a:pPr indent="0" marL="0">
              <a:buNone/>
            </a:pPr>
            <a:r>
              <a:rPr lang="en-US" sz="1500" dirty="0">
                <a:solidFill>
                  <a:srgbClr val="191F28"/>
                </a:solidFill>
                <a:latin typeface="Malgun Gothic" pitchFamily="34" charset="0"/>
                <a:ea typeface="Malgun Gothic" pitchFamily="34" charset="-122"/>
                <a:cs typeface="Malgun Gothic" pitchFamily="34" charset="-120"/>
              </a:rPr>
              <a:t>사람이 직접 조작한 시연</a:t>
            </a:r>
            <a:endParaRPr lang="en-US" sz="1500" dirty="0"/>
          </a:p>
        </p:txBody>
      </p:sp>
      <p:sp>
        <p:nvSpPr>
          <p:cNvPr id="26" name="Shape 19"/>
          <p:cNvSpPr/>
          <p:nvPr/>
        </p:nvSpPr>
        <p:spPr>
          <a:xfrm>
            <a:off x="7810500" y="5118100"/>
            <a:ext cx="0" cy="558800"/>
          </a:xfrm>
          <a:prstGeom prst="line">
            <a:avLst/>
          </a:prstGeom>
          <a:noFill/>
          <a:ln w="19050">
            <a:solidFill>
              <a:srgbClr val="E1E4E8"/>
            </a:solidFill>
            <a:prstDash val="solid"/>
          </a:ln>
        </p:spPr>
      </p:sp>
      <p:sp>
        <p:nvSpPr>
          <p:cNvPr id="27" name="Text 20"/>
          <p:cNvSpPr/>
          <p:nvPr/>
        </p:nvSpPr>
        <p:spPr>
          <a:xfrm>
            <a:off x="8064500" y="5118100"/>
            <a:ext cx="3302000" cy="203200"/>
          </a:xfrm>
          <a:prstGeom prst="rect">
            <a:avLst/>
          </a:prstGeom>
          <a:noFill/>
          <a:ln/>
        </p:spPr>
        <p:txBody>
          <a:bodyPr wrap="square" lIns="0" tIns="0" rIns="0" bIns="0" rtlCol="0" anchor="t"/>
          <a:lstStyle/>
          <a:p>
            <a:pPr indent="0" marL="0">
              <a:buNone/>
            </a:pPr>
            <a:r>
              <a:rPr lang="en-US" sz="1200" dirty="0">
                <a:solidFill>
                  <a:srgbClr val="6B7684"/>
                </a:solidFill>
                <a:latin typeface="Malgun Gothic" pitchFamily="34" charset="0"/>
                <a:ea typeface="Malgun Gothic" pitchFamily="34" charset="-122"/>
                <a:cs typeface="Malgun Gothic" pitchFamily="34" charset="-120"/>
              </a:rPr>
              <a:t>현재 성공률</a:t>
            </a:r>
            <a:endParaRPr lang="en-US" sz="1200" dirty="0"/>
          </a:p>
        </p:txBody>
      </p:sp>
      <p:sp>
        <p:nvSpPr>
          <p:cNvPr id="28" name="Text 21"/>
          <p:cNvSpPr/>
          <p:nvPr/>
        </p:nvSpPr>
        <p:spPr>
          <a:xfrm>
            <a:off x="8064500" y="5346700"/>
            <a:ext cx="3429000" cy="279400"/>
          </a:xfrm>
          <a:prstGeom prst="rect">
            <a:avLst/>
          </a:prstGeom>
          <a:noFill/>
          <a:ln/>
        </p:spPr>
        <p:txBody>
          <a:bodyPr wrap="square" lIns="0" tIns="0" rIns="0" bIns="0" rtlCol="0" anchor="t"/>
          <a:lstStyle/>
          <a:p>
            <a:pPr indent="0" marL="0">
              <a:buNone/>
            </a:pPr>
            <a:r>
              <a:rPr lang="en-US" sz="1500" b="1" dirty="0">
                <a:solidFill>
                  <a:srgbClr val="191F28"/>
                </a:solidFill>
                <a:latin typeface="Malgun Gothic" pitchFamily="34" charset="0"/>
                <a:ea typeface="Malgun Gothic" pitchFamily="34" charset="-122"/>
                <a:cs typeface="Malgun Gothic" pitchFamily="34" charset="-120"/>
              </a:rPr>
              <a:t>측정 전</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98500" y="508000"/>
            <a:ext cx="5715000" cy="254000"/>
          </a:xfrm>
          <a:prstGeom prst="rect">
            <a:avLst/>
          </a:prstGeom>
          <a:noFill/>
          <a:ln/>
        </p:spPr>
        <p:txBody>
          <a:bodyPr wrap="square" lIns="0" tIns="0" rIns="0" bIns="0" rtlCol="0" anchor="t"/>
          <a:lstStyle/>
          <a:p>
            <a:pPr indent="0" marL="0">
              <a:buNone/>
            </a:pPr>
            <a:r>
              <a:rPr lang="en-US" sz="1300" b="1" dirty="0">
                <a:solidFill>
                  <a:srgbClr val="2F6FED"/>
                </a:solidFill>
                <a:latin typeface="Malgun Gothic" pitchFamily="34" charset="0"/>
                <a:ea typeface="Malgun Gothic" pitchFamily="34" charset="-122"/>
                <a:cs typeface="Malgun Gothic" pitchFamily="34" charset="-120"/>
              </a:rPr>
              <a:t>02 · 시스템 구성</a:t>
            </a:r>
            <a:endParaRPr lang="en-US" sz="1300" dirty="0"/>
          </a:p>
        </p:txBody>
      </p:sp>
      <p:sp>
        <p:nvSpPr>
          <p:cNvPr id="4" name="Text 1"/>
          <p:cNvSpPr/>
          <p:nvPr/>
        </p:nvSpPr>
        <p:spPr>
          <a:xfrm>
            <a:off x="698500" y="825500"/>
            <a:ext cx="10414000" cy="508000"/>
          </a:xfrm>
          <a:prstGeom prst="rect">
            <a:avLst/>
          </a:prstGeom>
          <a:noFill/>
          <a:ln/>
        </p:spPr>
        <p:txBody>
          <a:bodyPr wrap="square" lIns="0" tIns="0" rIns="0" bIns="0" rtlCol="0" anchor="t"/>
          <a:lstStyle/>
          <a:p>
            <a:pPr indent="0" marL="0">
              <a:buNone/>
            </a:pPr>
            <a:r>
              <a:rPr lang="en-US" sz="2800" b="1" dirty="0">
                <a:solidFill>
                  <a:srgbClr val="191F28"/>
                </a:solidFill>
                <a:latin typeface="Malgun Gothic" pitchFamily="34" charset="0"/>
                <a:ea typeface="Malgun Gothic" pitchFamily="34" charset="-122"/>
                <a:cs typeface="Malgun Gothic" pitchFamily="34" charset="-120"/>
              </a:rPr>
              <a:t>카메라 4대 영상과 관절 상태가 모델 하나를 거쳐 양팔 동작이 됩니다</a:t>
            </a:r>
            <a:endParaRPr lang="en-US" sz="2800" dirty="0"/>
          </a:p>
        </p:txBody>
      </p:sp>
      <p:sp>
        <p:nvSpPr>
          <p:cNvPr id="5" name="Text 2"/>
          <p:cNvSpPr/>
          <p:nvPr/>
        </p:nvSpPr>
        <p:spPr>
          <a:xfrm>
            <a:off x="698500" y="6400800"/>
            <a:ext cx="3810000" cy="228600"/>
          </a:xfrm>
          <a:prstGeom prst="rect">
            <a:avLst/>
          </a:prstGeom>
          <a:noFill/>
          <a:ln/>
        </p:spPr>
        <p:txBody>
          <a:bodyPr wrap="square" lIns="0" tIns="0" rIns="0" bIns="0" rtlCol="0" anchor="t"/>
          <a:lstStyle/>
          <a:p>
            <a:pPr indent="0" marL="0">
              <a:buNone/>
            </a:pPr>
            <a:r>
              <a:rPr lang="en-US" sz="1200" dirty="0">
                <a:solidFill>
                  <a:srgbClr val="6B7684"/>
                </a:solidFill>
                <a:latin typeface="Malgun Gothic" pitchFamily="34" charset="0"/>
                <a:ea typeface="Malgun Gothic" pitchFamily="34" charset="-122"/>
                <a:cs typeface="Malgun Gothic" pitchFamily="34" charset="-120"/>
              </a:rPr>
              <a:t>수건 접기 정책 학습</a:t>
            </a:r>
            <a:endParaRPr lang="en-US" sz="1200" dirty="0"/>
          </a:p>
        </p:txBody>
      </p:sp>
      <p:sp>
        <p:nvSpPr>
          <p:cNvPr id="6" name="Text 3"/>
          <p:cNvSpPr/>
          <p:nvPr/>
        </p:nvSpPr>
        <p:spPr>
          <a:xfrm>
            <a:off x="10223500" y="6400800"/>
            <a:ext cx="1270000" cy="228600"/>
          </a:xfrm>
          <a:prstGeom prst="rect">
            <a:avLst/>
          </a:prstGeom>
          <a:noFill/>
          <a:ln/>
        </p:spPr>
        <p:txBody>
          <a:bodyPr wrap="square" lIns="0" tIns="0" rIns="0" bIns="0" rtlCol="0" anchor="t"/>
          <a:lstStyle/>
          <a:p>
            <a:pPr algn="r" indent="0" marL="0">
              <a:buNone/>
            </a:pPr>
            <a:r>
              <a:rPr lang="en-US" sz="1300" dirty="0">
                <a:solidFill>
                  <a:srgbClr val="6B7684"/>
                </a:solidFill>
                <a:latin typeface="Malgun Gothic" pitchFamily="34" charset="0"/>
                <a:ea typeface="Malgun Gothic" pitchFamily="34" charset="-122"/>
                <a:cs typeface="Malgun Gothic" pitchFamily="34" charset="-120"/>
              </a:rPr>
              <a:t>2 / 5</a:t>
            </a:r>
            <a:endParaRPr lang="en-US" sz="1300" dirty="0"/>
          </a:p>
        </p:txBody>
      </p:sp>
      <p:pic>
        <p:nvPicPr>
          <p:cNvPr id="7" name="Image 0" descr="/home/youngchan/lerobot/docs/towel_report/v2/img/cam_rgb.jpg">    </p:cNvPr>
          <p:cNvPicPr>
            <a:picLocks noChangeAspect="1"/>
          </p:cNvPicPr>
          <p:nvPr/>
        </p:nvPicPr>
        <p:blipFill>
          <a:blip r:embed="rId1"/>
          <a:stretch>
            <a:fillRect/>
          </a:stretch>
        </p:blipFill>
        <p:spPr>
          <a:xfrm>
            <a:off x="698500" y="1524000"/>
            <a:ext cx="2393950" cy="1498600"/>
          </a:xfrm>
          <a:prstGeom prst="rect">
            <a:avLst/>
          </a:prstGeom>
        </p:spPr>
      </p:pic>
      <p:sp>
        <p:nvSpPr>
          <p:cNvPr id="8" name="Shape 4"/>
          <p:cNvSpPr/>
          <p:nvPr/>
        </p:nvSpPr>
        <p:spPr>
          <a:xfrm>
            <a:off x="698500" y="1524000"/>
            <a:ext cx="2393950" cy="1498600"/>
          </a:xfrm>
          <a:prstGeom prst="rect">
            <a:avLst/>
          </a:prstGeom>
          <a:ln w="19050">
            <a:solidFill>
              <a:srgbClr val="E1E4E8"/>
            </a:solidFill>
            <a:prstDash val="solid"/>
          </a:ln>
        </p:spPr>
      </p:sp>
      <p:sp>
        <p:nvSpPr>
          <p:cNvPr id="9" name="Text 5"/>
          <p:cNvSpPr/>
          <p:nvPr/>
        </p:nvSpPr>
        <p:spPr>
          <a:xfrm>
            <a:off x="698500" y="3073400"/>
            <a:ext cx="2393950" cy="203200"/>
          </a:xfrm>
          <a:prstGeom prst="rect">
            <a:avLst/>
          </a:prstGeom>
          <a:noFill/>
          <a:ln/>
        </p:spPr>
        <p:txBody>
          <a:bodyPr wrap="square" lIns="0" tIns="0" rIns="0" bIns="0" rtlCol="0" anchor="t"/>
          <a:lstStyle/>
          <a:p>
            <a:pPr indent="0" marL="0">
              <a:buNone/>
            </a:pPr>
            <a:r>
              <a:rPr lang="en-US" sz="1200" dirty="0">
                <a:solidFill>
                  <a:srgbClr val="6B7684"/>
                </a:solidFill>
                <a:latin typeface="Malgun Gothic" pitchFamily="34" charset="0"/>
                <a:ea typeface="Malgun Gothic" pitchFamily="34" charset="-122"/>
                <a:cs typeface="Malgun Gothic" pitchFamily="34" charset="-120"/>
              </a:rPr>
              <a:t>위에서 본 화면</a:t>
            </a:r>
            <a:endParaRPr lang="en-US" sz="1200" dirty="0"/>
          </a:p>
        </p:txBody>
      </p:sp>
      <p:pic>
        <p:nvPicPr>
          <p:cNvPr id="10" name="Image 1" descr="/home/youngchan/lerobot/docs/towel_report/v2/img/cam_depth.jpg">    </p:cNvPr>
          <p:cNvPicPr>
            <a:picLocks noChangeAspect="1"/>
          </p:cNvPicPr>
          <p:nvPr/>
        </p:nvPicPr>
        <p:blipFill>
          <a:blip r:embed="rId2"/>
          <a:stretch>
            <a:fillRect/>
          </a:stretch>
        </p:blipFill>
        <p:spPr>
          <a:xfrm>
            <a:off x="3194050" y="1524000"/>
            <a:ext cx="2393950" cy="1498600"/>
          </a:xfrm>
          <a:prstGeom prst="rect">
            <a:avLst/>
          </a:prstGeom>
        </p:spPr>
      </p:pic>
      <p:sp>
        <p:nvSpPr>
          <p:cNvPr id="11" name="Shape 6"/>
          <p:cNvSpPr/>
          <p:nvPr/>
        </p:nvSpPr>
        <p:spPr>
          <a:xfrm>
            <a:off x="3194050" y="1524000"/>
            <a:ext cx="2393950" cy="1498600"/>
          </a:xfrm>
          <a:prstGeom prst="rect">
            <a:avLst/>
          </a:prstGeom>
          <a:ln w="19050">
            <a:solidFill>
              <a:srgbClr val="E1E4E8"/>
            </a:solidFill>
            <a:prstDash val="solid"/>
          </a:ln>
        </p:spPr>
      </p:sp>
      <p:sp>
        <p:nvSpPr>
          <p:cNvPr id="12" name="Text 7"/>
          <p:cNvSpPr/>
          <p:nvPr/>
        </p:nvSpPr>
        <p:spPr>
          <a:xfrm>
            <a:off x="3194050" y="3073400"/>
            <a:ext cx="2393950" cy="203200"/>
          </a:xfrm>
          <a:prstGeom prst="rect">
            <a:avLst/>
          </a:prstGeom>
          <a:noFill/>
          <a:ln/>
        </p:spPr>
        <p:txBody>
          <a:bodyPr wrap="square" lIns="0" tIns="0" rIns="0" bIns="0" rtlCol="0" anchor="t"/>
          <a:lstStyle/>
          <a:p>
            <a:pPr indent="0" marL="0">
              <a:buNone/>
            </a:pPr>
            <a:r>
              <a:rPr lang="en-US" sz="1200" dirty="0">
                <a:solidFill>
                  <a:srgbClr val="6B7684"/>
                </a:solidFill>
                <a:latin typeface="Malgun Gothic" pitchFamily="34" charset="0"/>
                <a:ea typeface="Malgun Gothic" pitchFamily="34" charset="-122"/>
                <a:cs typeface="Malgun Gothic" pitchFamily="34" charset="-120"/>
              </a:rPr>
              <a:t>깊이 화면</a:t>
            </a:r>
            <a:endParaRPr lang="en-US" sz="1200" dirty="0"/>
          </a:p>
        </p:txBody>
      </p:sp>
      <p:pic>
        <p:nvPicPr>
          <p:cNvPr id="13" name="Image 2" descr="/home/youngchan/lerobot/docs/towel_report/v2/img/cam_left.jpg">    </p:cNvPr>
          <p:cNvPicPr>
            <a:picLocks noChangeAspect="1"/>
          </p:cNvPicPr>
          <p:nvPr/>
        </p:nvPicPr>
        <p:blipFill>
          <a:blip r:embed="rId3"/>
          <a:stretch>
            <a:fillRect/>
          </a:stretch>
        </p:blipFill>
        <p:spPr>
          <a:xfrm>
            <a:off x="698500" y="3378200"/>
            <a:ext cx="2393950" cy="1498600"/>
          </a:xfrm>
          <a:prstGeom prst="rect">
            <a:avLst/>
          </a:prstGeom>
        </p:spPr>
      </p:pic>
      <p:sp>
        <p:nvSpPr>
          <p:cNvPr id="14" name="Shape 8"/>
          <p:cNvSpPr/>
          <p:nvPr/>
        </p:nvSpPr>
        <p:spPr>
          <a:xfrm>
            <a:off x="698500" y="3378200"/>
            <a:ext cx="2393950" cy="1498600"/>
          </a:xfrm>
          <a:prstGeom prst="rect">
            <a:avLst/>
          </a:prstGeom>
          <a:ln w="19050">
            <a:solidFill>
              <a:srgbClr val="E1E4E8"/>
            </a:solidFill>
            <a:prstDash val="solid"/>
          </a:ln>
        </p:spPr>
      </p:sp>
      <p:sp>
        <p:nvSpPr>
          <p:cNvPr id="15" name="Text 9"/>
          <p:cNvSpPr/>
          <p:nvPr/>
        </p:nvSpPr>
        <p:spPr>
          <a:xfrm>
            <a:off x="698500" y="4927600"/>
            <a:ext cx="2393950" cy="203200"/>
          </a:xfrm>
          <a:prstGeom prst="rect">
            <a:avLst/>
          </a:prstGeom>
          <a:noFill/>
          <a:ln/>
        </p:spPr>
        <p:txBody>
          <a:bodyPr wrap="square" lIns="0" tIns="0" rIns="0" bIns="0" rtlCol="0" anchor="t"/>
          <a:lstStyle/>
          <a:p>
            <a:pPr indent="0" marL="0">
              <a:buNone/>
            </a:pPr>
            <a:r>
              <a:rPr lang="en-US" sz="1200" dirty="0">
                <a:solidFill>
                  <a:srgbClr val="6B7684"/>
                </a:solidFill>
                <a:latin typeface="Malgun Gothic" pitchFamily="34" charset="0"/>
                <a:ea typeface="Malgun Gothic" pitchFamily="34" charset="-122"/>
                <a:cs typeface="Malgun Gothic" pitchFamily="34" charset="-120"/>
              </a:rPr>
              <a:t>왼쪽 손목 카메라</a:t>
            </a:r>
            <a:endParaRPr lang="en-US" sz="1200" dirty="0"/>
          </a:p>
        </p:txBody>
      </p:sp>
      <p:pic>
        <p:nvPicPr>
          <p:cNvPr id="16" name="Image 3" descr="/home/youngchan/lerobot/docs/towel_report/v2/img/cam_right.jpg">    </p:cNvPr>
          <p:cNvPicPr>
            <a:picLocks noChangeAspect="1"/>
          </p:cNvPicPr>
          <p:nvPr/>
        </p:nvPicPr>
        <p:blipFill>
          <a:blip r:embed="rId4"/>
          <a:stretch>
            <a:fillRect/>
          </a:stretch>
        </p:blipFill>
        <p:spPr>
          <a:xfrm>
            <a:off x="3194050" y="3378200"/>
            <a:ext cx="2393950" cy="1498600"/>
          </a:xfrm>
          <a:prstGeom prst="rect">
            <a:avLst/>
          </a:prstGeom>
        </p:spPr>
      </p:pic>
      <p:sp>
        <p:nvSpPr>
          <p:cNvPr id="17" name="Shape 10"/>
          <p:cNvSpPr/>
          <p:nvPr/>
        </p:nvSpPr>
        <p:spPr>
          <a:xfrm>
            <a:off x="3194050" y="3378200"/>
            <a:ext cx="2393950" cy="1498600"/>
          </a:xfrm>
          <a:prstGeom prst="rect">
            <a:avLst/>
          </a:prstGeom>
          <a:ln w="19050">
            <a:solidFill>
              <a:srgbClr val="E1E4E8"/>
            </a:solidFill>
            <a:prstDash val="solid"/>
          </a:ln>
        </p:spPr>
      </p:sp>
      <p:sp>
        <p:nvSpPr>
          <p:cNvPr id="18" name="Text 11"/>
          <p:cNvSpPr/>
          <p:nvPr/>
        </p:nvSpPr>
        <p:spPr>
          <a:xfrm>
            <a:off x="3194050" y="4927600"/>
            <a:ext cx="2393950" cy="203200"/>
          </a:xfrm>
          <a:prstGeom prst="rect">
            <a:avLst/>
          </a:prstGeom>
          <a:noFill/>
          <a:ln/>
        </p:spPr>
        <p:txBody>
          <a:bodyPr wrap="square" lIns="0" tIns="0" rIns="0" bIns="0" rtlCol="0" anchor="t"/>
          <a:lstStyle/>
          <a:p>
            <a:pPr indent="0" marL="0">
              <a:buNone/>
            </a:pPr>
            <a:r>
              <a:rPr lang="en-US" sz="1200" dirty="0">
                <a:solidFill>
                  <a:srgbClr val="6B7684"/>
                </a:solidFill>
                <a:latin typeface="Malgun Gothic" pitchFamily="34" charset="0"/>
                <a:ea typeface="Malgun Gothic" pitchFamily="34" charset="-122"/>
                <a:cs typeface="Malgun Gothic" pitchFamily="34" charset="-120"/>
              </a:rPr>
              <a:t>오른쪽 손목 카메라</a:t>
            </a:r>
            <a:endParaRPr lang="en-US" sz="1200" dirty="0"/>
          </a:p>
        </p:txBody>
      </p:sp>
      <p:sp>
        <p:nvSpPr>
          <p:cNvPr id="19" name="Shape 12"/>
          <p:cNvSpPr/>
          <p:nvPr/>
        </p:nvSpPr>
        <p:spPr>
          <a:xfrm>
            <a:off x="698500" y="5245100"/>
            <a:ext cx="4889500" cy="476250"/>
          </a:xfrm>
          <a:prstGeom prst="rect">
            <a:avLst/>
          </a:prstGeom>
          <a:ln w="19050">
            <a:solidFill>
              <a:srgbClr val="E1E4E8"/>
            </a:solidFill>
            <a:prstDash val="solid"/>
          </a:ln>
        </p:spPr>
      </p:sp>
      <p:sp>
        <p:nvSpPr>
          <p:cNvPr id="20" name="Text 13"/>
          <p:cNvSpPr/>
          <p:nvPr/>
        </p:nvSpPr>
        <p:spPr>
          <a:xfrm>
            <a:off x="850900" y="5353050"/>
            <a:ext cx="4572000" cy="279400"/>
          </a:xfrm>
          <a:prstGeom prst="rect">
            <a:avLst/>
          </a:prstGeom>
          <a:noFill/>
          <a:ln/>
        </p:spPr>
        <p:txBody>
          <a:bodyPr wrap="square" lIns="0" tIns="0" rIns="0" bIns="0" rtlCol="0" anchor="t"/>
          <a:lstStyle/>
          <a:p>
            <a:pPr indent="0" marL="0">
              <a:buNone/>
            </a:pPr>
            <a:r>
              <a:rPr lang="en-US" sz="1200" dirty="0">
                <a:solidFill>
                  <a:srgbClr val="6B7684"/>
                </a:solidFill>
                <a:latin typeface="Malgun Gothic" pitchFamily="34" charset="0"/>
                <a:ea typeface="Malgun Gothic" pitchFamily="34" charset="-122"/>
                <a:cs typeface="Malgun Gothic" pitchFamily="34" charset="-120"/>
              </a:rPr>
              <a:t>함께 입력   </a:t>
            </a:r>
            <a:pPr indent="0" marL="0">
              <a:buNone/>
            </a:pPr>
            <a:r>
              <a:rPr lang="en-US" sz="1400" dirty="0">
                <a:solidFill>
                  <a:srgbClr val="191F28"/>
                </a:solidFill>
                <a:latin typeface="Malgun Gothic" pitchFamily="34" charset="0"/>
                <a:ea typeface="Malgun Gothic" pitchFamily="34" charset="-122"/>
                <a:cs typeface="Malgun Gothic" pitchFamily="34" charset="-120"/>
              </a:rPr>
              <a:t>양팔 관절 상태 12개 · 30프레임/초</a:t>
            </a:r>
            <a:endParaRPr lang="en-US" sz="1400" dirty="0"/>
          </a:p>
        </p:txBody>
      </p:sp>
      <p:sp>
        <p:nvSpPr>
          <p:cNvPr id="21" name="Text 14"/>
          <p:cNvSpPr/>
          <p:nvPr/>
        </p:nvSpPr>
        <p:spPr>
          <a:xfrm>
            <a:off x="5810250" y="3365500"/>
            <a:ext cx="381000" cy="571500"/>
          </a:xfrm>
          <a:prstGeom prst="rect">
            <a:avLst/>
          </a:prstGeom>
          <a:noFill/>
          <a:ln/>
        </p:spPr>
        <p:txBody>
          <a:bodyPr wrap="square" lIns="0" tIns="0" rIns="0" bIns="0" rtlCol="0" anchor="t"/>
          <a:lstStyle/>
          <a:p>
            <a:pPr algn="ctr" indent="0" marL="0">
              <a:buNone/>
            </a:pPr>
            <a:r>
              <a:rPr lang="en-US" sz="3200" dirty="0">
                <a:solidFill>
                  <a:srgbClr val="E1E4E8"/>
                </a:solidFill>
                <a:latin typeface="Malgun Gothic" pitchFamily="34" charset="0"/>
                <a:ea typeface="Malgun Gothic" pitchFamily="34" charset="-122"/>
                <a:cs typeface="Malgun Gothic" pitchFamily="34" charset="-120"/>
              </a:rPr>
              <a:t>›</a:t>
            </a:r>
            <a:endParaRPr lang="en-US" sz="3200" dirty="0"/>
          </a:p>
        </p:txBody>
      </p:sp>
      <p:sp>
        <p:nvSpPr>
          <p:cNvPr id="22" name="Text 15"/>
          <p:cNvSpPr/>
          <p:nvPr/>
        </p:nvSpPr>
        <p:spPr>
          <a:xfrm>
            <a:off x="8540750" y="3365500"/>
            <a:ext cx="381000" cy="571500"/>
          </a:xfrm>
          <a:prstGeom prst="rect">
            <a:avLst/>
          </a:prstGeom>
          <a:noFill/>
          <a:ln/>
        </p:spPr>
        <p:txBody>
          <a:bodyPr wrap="square" lIns="0" tIns="0" rIns="0" bIns="0" rtlCol="0" anchor="t"/>
          <a:lstStyle/>
          <a:p>
            <a:pPr algn="ctr" indent="0" marL="0">
              <a:buNone/>
            </a:pPr>
            <a:r>
              <a:rPr lang="en-US" sz="3200" dirty="0">
                <a:solidFill>
                  <a:srgbClr val="E1E4E8"/>
                </a:solidFill>
                <a:latin typeface="Malgun Gothic" pitchFamily="34" charset="0"/>
                <a:ea typeface="Malgun Gothic" pitchFamily="34" charset="-122"/>
                <a:cs typeface="Malgun Gothic" pitchFamily="34" charset="-120"/>
              </a:rPr>
              <a:t>›</a:t>
            </a:r>
            <a:endParaRPr lang="en-US" sz="3200" dirty="0"/>
          </a:p>
        </p:txBody>
      </p:sp>
      <p:sp>
        <p:nvSpPr>
          <p:cNvPr id="23" name="Shape 16"/>
          <p:cNvSpPr/>
          <p:nvPr/>
        </p:nvSpPr>
        <p:spPr>
          <a:xfrm>
            <a:off x="6223000" y="2159000"/>
            <a:ext cx="2095500" cy="2921000"/>
          </a:xfrm>
          <a:prstGeom prst="rect">
            <a:avLst/>
          </a:prstGeom>
          <a:solidFill>
            <a:srgbClr val="2F6FED"/>
          </a:solidFill>
          <a:ln w="12700">
            <a:solidFill>
              <a:srgbClr val="2F6FED"/>
            </a:solidFill>
            <a:prstDash val="solid"/>
          </a:ln>
        </p:spPr>
      </p:sp>
      <p:sp>
        <p:nvSpPr>
          <p:cNvPr id="24" name="Text 17"/>
          <p:cNvSpPr/>
          <p:nvPr/>
        </p:nvSpPr>
        <p:spPr>
          <a:xfrm>
            <a:off x="6311900" y="2489200"/>
            <a:ext cx="1917700" cy="1143000"/>
          </a:xfrm>
          <a:prstGeom prst="rect">
            <a:avLst/>
          </a:prstGeom>
          <a:noFill/>
          <a:ln/>
        </p:spPr>
        <p:txBody>
          <a:bodyPr wrap="square" lIns="0" tIns="0" rIns="0" bIns="0" rtlCol="0" anchor="t"/>
          <a:lstStyle/>
          <a:p>
            <a:pPr algn="ctr" indent="0" marL="0">
              <a:buNone/>
            </a:pPr>
            <a:r>
              <a:rPr lang="en-US" sz="2800" b="1" dirty="0">
                <a:solidFill>
                  <a:srgbClr val="FFFFFF"/>
                </a:solidFill>
                <a:latin typeface="Malgun Gothic" pitchFamily="34" charset="0"/>
                <a:ea typeface="Malgun Gothic" pitchFamily="34" charset="-122"/>
                <a:cs typeface="Malgun Gothic" pitchFamily="34" charset="-120"/>
              </a:rPr>
              <a:t>ACT 모델</a:t>
            </a:r>
            <a:endParaRPr lang="en-US" sz="2800" dirty="0"/>
          </a:p>
        </p:txBody>
      </p:sp>
      <p:sp>
        <p:nvSpPr>
          <p:cNvPr id="25" name="Text 18"/>
          <p:cNvSpPr/>
          <p:nvPr/>
        </p:nvSpPr>
        <p:spPr>
          <a:xfrm>
            <a:off x="6350000" y="3746500"/>
            <a:ext cx="1841500" cy="1143000"/>
          </a:xfrm>
          <a:prstGeom prst="rect">
            <a:avLst/>
          </a:prstGeom>
          <a:noFill/>
          <a:ln/>
        </p:spPr>
        <p:txBody>
          <a:bodyPr wrap="square" lIns="0" tIns="0" rIns="0" bIns="0" rtlCol="0" anchor="t"/>
          <a:lstStyle/>
          <a:p>
            <a:pPr algn="ctr" indent="0" marL="0">
              <a:lnSpc>
                <a:spcPct val="115000"/>
              </a:lnSpc>
              <a:buNone/>
            </a:pPr>
            <a:r>
              <a:rPr lang="en-US" sz="1400" dirty="0">
                <a:solidFill>
                  <a:srgbClr val="FFFFFF"/>
                </a:solidFill>
                <a:latin typeface="Malgun Gothic" pitchFamily="34" charset="0"/>
                <a:ea typeface="Malgun Gothic" pitchFamily="34" charset="-122"/>
                <a:cs typeface="Malgun Gothic" pitchFamily="34" charset="-120"/>
              </a:rPr>
              <a:t>사람의 시연을 따라 하도록 학습한 모델</a:t>
            </a:r>
            <a:endParaRPr lang="en-US" sz="1400" dirty="0"/>
          </a:p>
          <a:p>
            <a:pPr algn="ctr" indent="0" marL="0">
              <a:lnSpc>
                <a:spcPct val="115000"/>
              </a:lnSpc>
              <a:buNone/>
            </a:pPr>
            <a:r>
              <a:rPr lang="en-US" sz="1400" dirty="0">
                <a:solidFill>
                  <a:srgbClr val="FFFFFF"/>
                </a:solidFill>
                <a:latin typeface="Malgun Gothic" pitchFamily="34" charset="0"/>
                <a:ea typeface="Malgun Gothic" pitchFamily="34" charset="-122"/>
                <a:cs typeface="Malgun Gothic" pitchFamily="34" charset="-120"/>
              </a:rPr>
              <a:t>100스텝(약 3.3초) 분량을 한 번에 예측</a:t>
            </a:r>
            <a:endParaRPr lang="en-US" sz="1400" dirty="0"/>
          </a:p>
        </p:txBody>
      </p:sp>
      <p:sp>
        <p:nvSpPr>
          <p:cNvPr id="26" name="Shape 19"/>
          <p:cNvSpPr/>
          <p:nvPr/>
        </p:nvSpPr>
        <p:spPr>
          <a:xfrm>
            <a:off x="8953500" y="2768600"/>
            <a:ext cx="2540000" cy="1701800"/>
          </a:xfrm>
          <a:prstGeom prst="rect">
            <a:avLst/>
          </a:prstGeom>
          <a:ln w="19050">
            <a:solidFill>
              <a:srgbClr val="E1E4E8"/>
            </a:solidFill>
            <a:prstDash val="solid"/>
          </a:ln>
        </p:spPr>
      </p:sp>
      <p:sp>
        <p:nvSpPr>
          <p:cNvPr id="27" name="Text 20"/>
          <p:cNvSpPr/>
          <p:nvPr/>
        </p:nvSpPr>
        <p:spPr>
          <a:xfrm>
            <a:off x="9131300" y="2959100"/>
            <a:ext cx="2222500" cy="762000"/>
          </a:xfrm>
          <a:prstGeom prst="rect">
            <a:avLst/>
          </a:prstGeom>
          <a:noFill/>
          <a:ln/>
        </p:spPr>
        <p:txBody>
          <a:bodyPr wrap="square" lIns="0" tIns="0" rIns="0" bIns="0" rtlCol="0" anchor="t"/>
          <a:lstStyle/>
          <a:p>
            <a:pPr indent="0" marL="0">
              <a:lnSpc>
                <a:spcPct val="100000"/>
              </a:lnSpc>
              <a:buNone/>
            </a:pPr>
            <a:r>
              <a:rPr lang="en-US" sz="2200" b="1" dirty="0">
                <a:solidFill>
                  <a:srgbClr val="191F28"/>
                </a:solidFill>
                <a:latin typeface="Malgun Gothic" pitchFamily="34" charset="0"/>
                <a:ea typeface="Malgun Gothic" pitchFamily="34" charset="-122"/>
                <a:cs typeface="Malgun Gothic" pitchFamily="34" charset="-120"/>
              </a:rPr>
              <a:t>양팔 관절</a:t>
            </a:r>
            <a:endParaRPr lang="en-US" sz="2200" dirty="0"/>
          </a:p>
          <a:p>
            <a:pPr indent="0" marL="0">
              <a:lnSpc>
                <a:spcPct val="100000"/>
              </a:lnSpc>
              <a:buNone/>
            </a:pPr>
            <a:r>
              <a:rPr lang="en-US" sz="2200" b="1" dirty="0">
                <a:solidFill>
                  <a:srgbClr val="191F28"/>
                </a:solidFill>
                <a:latin typeface="Malgun Gothic" pitchFamily="34" charset="0"/>
                <a:ea typeface="Malgun Gothic" pitchFamily="34" charset="-122"/>
                <a:cs typeface="Malgun Gothic" pitchFamily="34" charset="-120"/>
              </a:rPr>
              <a:t>목표값 12개</a:t>
            </a:r>
            <a:endParaRPr lang="en-US" sz="2200" dirty="0"/>
          </a:p>
        </p:txBody>
      </p:sp>
      <p:sp>
        <p:nvSpPr>
          <p:cNvPr id="28" name="Text 21"/>
          <p:cNvSpPr/>
          <p:nvPr/>
        </p:nvSpPr>
        <p:spPr>
          <a:xfrm>
            <a:off x="9131300" y="3873500"/>
            <a:ext cx="2222500" cy="508000"/>
          </a:xfrm>
          <a:prstGeom prst="rect">
            <a:avLst/>
          </a:prstGeom>
          <a:noFill/>
          <a:ln/>
        </p:spPr>
        <p:txBody>
          <a:bodyPr wrap="square" lIns="0" tIns="0" rIns="0" bIns="0" rtlCol="0" anchor="t"/>
          <a:lstStyle/>
          <a:p>
            <a:pPr indent="0" marL="0">
              <a:buNone/>
            </a:pPr>
            <a:r>
              <a:rPr lang="en-US" sz="1400" dirty="0">
                <a:solidFill>
                  <a:srgbClr val="6B7684"/>
                </a:solidFill>
                <a:latin typeface="Malgun Gothic" pitchFamily="34" charset="0"/>
                <a:ea typeface="Malgun Gothic" pitchFamily="34" charset="-122"/>
                <a:cs typeface="Malgun Gothic" pitchFamily="34" charset="-120"/>
              </a:rPr>
              <a:t>예측한 동작을 30번/초로 실행</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98500" y="508000"/>
            <a:ext cx="5715000" cy="254000"/>
          </a:xfrm>
          <a:prstGeom prst="rect">
            <a:avLst/>
          </a:prstGeom>
          <a:noFill/>
          <a:ln/>
        </p:spPr>
        <p:txBody>
          <a:bodyPr wrap="square" lIns="0" tIns="0" rIns="0" bIns="0" rtlCol="0" anchor="t"/>
          <a:lstStyle/>
          <a:p>
            <a:pPr indent="0" marL="0">
              <a:buNone/>
            </a:pPr>
            <a:r>
              <a:rPr lang="en-US" sz="1300" b="1" dirty="0">
                <a:solidFill>
                  <a:srgbClr val="2F6FED"/>
                </a:solidFill>
                <a:latin typeface="Malgun Gothic" pitchFamily="34" charset="0"/>
                <a:ea typeface="Malgun Gothic" pitchFamily="34" charset="-122"/>
                <a:cs typeface="Malgun Gothic" pitchFamily="34" charset="-120"/>
              </a:rPr>
              <a:t>03 · 데이터와 학습</a:t>
            </a:r>
            <a:endParaRPr lang="en-US" sz="1300" dirty="0"/>
          </a:p>
        </p:txBody>
      </p:sp>
      <p:sp>
        <p:nvSpPr>
          <p:cNvPr id="4" name="Text 1"/>
          <p:cNvSpPr/>
          <p:nvPr/>
        </p:nvSpPr>
        <p:spPr>
          <a:xfrm>
            <a:off x="698500" y="825500"/>
            <a:ext cx="10414000" cy="508000"/>
          </a:xfrm>
          <a:prstGeom prst="rect">
            <a:avLst/>
          </a:prstGeom>
          <a:noFill/>
          <a:ln/>
        </p:spPr>
        <p:txBody>
          <a:bodyPr wrap="square" lIns="0" tIns="0" rIns="0" bIns="0" rtlCol="0" anchor="t"/>
          <a:lstStyle/>
          <a:p>
            <a:pPr indent="0" marL="0">
              <a:buNone/>
            </a:pPr>
            <a:r>
              <a:rPr lang="en-US" sz="2800" b="1" dirty="0">
                <a:solidFill>
                  <a:srgbClr val="191F28"/>
                </a:solidFill>
                <a:latin typeface="Malgun Gothic" pitchFamily="34" charset="0"/>
                <a:ea typeface="Malgun Gothic" pitchFamily="34" charset="-122"/>
                <a:cs typeface="Malgun Gothic" pitchFamily="34" charset="-120"/>
              </a:rPr>
              <a:t>시연 46개를 97개로 늘려 100,000스텝 학습합니다</a:t>
            </a:r>
            <a:endParaRPr lang="en-US" sz="2800" dirty="0"/>
          </a:p>
        </p:txBody>
      </p:sp>
      <p:sp>
        <p:nvSpPr>
          <p:cNvPr id="5" name="Text 2"/>
          <p:cNvSpPr/>
          <p:nvPr/>
        </p:nvSpPr>
        <p:spPr>
          <a:xfrm>
            <a:off x="698500" y="6400800"/>
            <a:ext cx="3810000" cy="228600"/>
          </a:xfrm>
          <a:prstGeom prst="rect">
            <a:avLst/>
          </a:prstGeom>
          <a:noFill/>
          <a:ln/>
        </p:spPr>
        <p:txBody>
          <a:bodyPr wrap="square" lIns="0" tIns="0" rIns="0" bIns="0" rtlCol="0" anchor="t"/>
          <a:lstStyle/>
          <a:p>
            <a:pPr indent="0" marL="0">
              <a:buNone/>
            </a:pPr>
            <a:r>
              <a:rPr lang="en-US" sz="1200" dirty="0">
                <a:solidFill>
                  <a:srgbClr val="6B7684"/>
                </a:solidFill>
                <a:latin typeface="Malgun Gothic" pitchFamily="34" charset="0"/>
                <a:ea typeface="Malgun Gothic" pitchFamily="34" charset="-122"/>
                <a:cs typeface="Malgun Gothic" pitchFamily="34" charset="-120"/>
              </a:rPr>
              <a:t>수건 접기 정책 학습</a:t>
            </a:r>
            <a:endParaRPr lang="en-US" sz="1200" dirty="0"/>
          </a:p>
        </p:txBody>
      </p:sp>
      <p:sp>
        <p:nvSpPr>
          <p:cNvPr id="6" name="Text 3"/>
          <p:cNvSpPr/>
          <p:nvPr/>
        </p:nvSpPr>
        <p:spPr>
          <a:xfrm>
            <a:off x="10223500" y="6400800"/>
            <a:ext cx="1270000" cy="228600"/>
          </a:xfrm>
          <a:prstGeom prst="rect">
            <a:avLst/>
          </a:prstGeom>
          <a:noFill/>
          <a:ln/>
        </p:spPr>
        <p:txBody>
          <a:bodyPr wrap="square" lIns="0" tIns="0" rIns="0" bIns="0" rtlCol="0" anchor="t"/>
          <a:lstStyle/>
          <a:p>
            <a:pPr algn="r" indent="0" marL="0">
              <a:buNone/>
            </a:pPr>
            <a:r>
              <a:rPr lang="en-US" sz="1300" dirty="0">
                <a:solidFill>
                  <a:srgbClr val="6B7684"/>
                </a:solidFill>
                <a:latin typeface="Malgun Gothic" pitchFamily="34" charset="0"/>
                <a:ea typeface="Malgun Gothic" pitchFamily="34" charset="-122"/>
                <a:cs typeface="Malgun Gothic" pitchFamily="34" charset="-120"/>
              </a:rPr>
              <a:t>3 / 5</a:t>
            </a:r>
            <a:endParaRPr lang="en-US" sz="1300" dirty="0"/>
          </a:p>
        </p:txBody>
      </p:sp>
      <p:sp>
        <p:nvSpPr>
          <p:cNvPr id="7" name="Text 4"/>
          <p:cNvSpPr/>
          <p:nvPr/>
        </p:nvSpPr>
        <p:spPr>
          <a:xfrm>
            <a:off x="698500" y="1917700"/>
            <a:ext cx="4064000" cy="279400"/>
          </a:xfrm>
          <a:prstGeom prst="rect">
            <a:avLst/>
          </a:prstGeom>
          <a:noFill/>
          <a:ln/>
        </p:spPr>
        <p:txBody>
          <a:bodyPr wrap="square" lIns="0" tIns="0" rIns="0" bIns="0" rtlCol="0" anchor="t"/>
          <a:lstStyle/>
          <a:p>
            <a:pPr indent="0" marL="0">
              <a:buNone/>
            </a:pPr>
            <a:r>
              <a:rPr lang="en-US" sz="1500" dirty="0">
                <a:solidFill>
                  <a:srgbClr val="191F28"/>
                </a:solidFill>
                <a:latin typeface="Malgun Gothic" pitchFamily="34" charset="0"/>
                <a:ea typeface="Malgun Gothic" pitchFamily="34" charset="-122"/>
                <a:cs typeface="Malgun Gothic" pitchFamily="34" charset="-120"/>
              </a:rPr>
              <a:t>원본 시연 (사람이 단계 경계 검수)</a:t>
            </a:r>
            <a:endParaRPr lang="en-US" sz="1500" dirty="0"/>
          </a:p>
        </p:txBody>
      </p:sp>
      <p:sp>
        <p:nvSpPr>
          <p:cNvPr id="8" name="Text 5"/>
          <p:cNvSpPr/>
          <p:nvPr/>
        </p:nvSpPr>
        <p:spPr>
          <a:xfrm>
            <a:off x="4000500" y="1803400"/>
            <a:ext cx="1905000" cy="444500"/>
          </a:xfrm>
          <a:prstGeom prst="rect">
            <a:avLst/>
          </a:prstGeom>
          <a:noFill/>
          <a:ln/>
        </p:spPr>
        <p:txBody>
          <a:bodyPr wrap="square" lIns="0" tIns="0" rIns="0" bIns="0" rtlCol="0" anchor="t"/>
          <a:lstStyle/>
          <a:p>
            <a:pPr algn="r" indent="0" marL="0">
              <a:buNone/>
            </a:pPr>
            <a:r>
              <a:rPr lang="en-US" sz="2800" b="1" dirty="0">
                <a:solidFill>
                  <a:srgbClr val="191F28"/>
                </a:solidFill>
                <a:latin typeface="Malgun Gothic" pitchFamily="34" charset="0"/>
                <a:ea typeface="Malgun Gothic" pitchFamily="34" charset="-122"/>
                <a:cs typeface="Malgun Gothic" pitchFamily="34" charset="-120"/>
              </a:rPr>
              <a:t>72</a:t>
            </a:r>
            <a:pPr algn="r" indent="0" marL="0">
              <a:buNone/>
            </a:pPr>
            <a:r>
              <a:rPr lang="en-US" sz="1400" b="1" dirty="0">
                <a:solidFill>
                  <a:srgbClr val="6B7684"/>
                </a:solidFill>
                <a:latin typeface="Malgun Gothic" pitchFamily="34" charset="0"/>
                <a:ea typeface="Malgun Gothic" pitchFamily="34" charset="-122"/>
                <a:cs typeface="Malgun Gothic" pitchFamily="34" charset="-120"/>
              </a:rPr>
              <a:t> 개</a:t>
            </a:r>
            <a:endParaRPr lang="en-US" sz="2800" dirty="0"/>
          </a:p>
        </p:txBody>
      </p:sp>
      <p:sp>
        <p:nvSpPr>
          <p:cNvPr id="9" name="Shape 6"/>
          <p:cNvSpPr/>
          <p:nvPr/>
        </p:nvSpPr>
        <p:spPr>
          <a:xfrm>
            <a:off x="698500" y="2336800"/>
            <a:ext cx="5207000" cy="0"/>
          </a:xfrm>
          <a:prstGeom prst="line">
            <a:avLst/>
          </a:prstGeom>
          <a:noFill/>
          <a:ln w="19050">
            <a:solidFill>
              <a:srgbClr val="E1E4E8"/>
            </a:solidFill>
            <a:prstDash val="solid"/>
          </a:ln>
        </p:spPr>
      </p:sp>
      <p:sp>
        <p:nvSpPr>
          <p:cNvPr id="10" name="Text 7"/>
          <p:cNvSpPr/>
          <p:nvPr/>
        </p:nvSpPr>
        <p:spPr>
          <a:xfrm>
            <a:off x="698500" y="2686050"/>
            <a:ext cx="4064000" cy="279400"/>
          </a:xfrm>
          <a:prstGeom prst="rect">
            <a:avLst/>
          </a:prstGeom>
          <a:noFill/>
          <a:ln/>
        </p:spPr>
        <p:txBody>
          <a:bodyPr wrap="square" lIns="0" tIns="0" rIns="0" bIns="0" rtlCol="0" anchor="t"/>
          <a:lstStyle/>
          <a:p>
            <a:pPr indent="0" marL="0">
              <a:buNone/>
            </a:pPr>
            <a:r>
              <a:rPr lang="en-US" sz="1500" dirty="0">
                <a:solidFill>
                  <a:srgbClr val="191F28"/>
                </a:solidFill>
                <a:latin typeface="Malgun Gothic" pitchFamily="34" charset="0"/>
                <a:ea typeface="Malgun Gothic" pitchFamily="34" charset="-122"/>
                <a:cs typeface="Malgun Gothic" pitchFamily="34" charset="-120"/>
              </a:rPr>
              <a:t>조건에 맞는 원본 (펼친 상태에서 시작)</a:t>
            </a:r>
            <a:endParaRPr lang="en-US" sz="1500" dirty="0"/>
          </a:p>
        </p:txBody>
      </p:sp>
      <p:sp>
        <p:nvSpPr>
          <p:cNvPr id="11" name="Text 8"/>
          <p:cNvSpPr/>
          <p:nvPr/>
        </p:nvSpPr>
        <p:spPr>
          <a:xfrm>
            <a:off x="4000500" y="2571750"/>
            <a:ext cx="1905000" cy="444500"/>
          </a:xfrm>
          <a:prstGeom prst="rect">
            <a:avLst/>
          </a:prstGeom>
          <a:noFill/>
          <a:ln/>
        </p:spPr>
        <p:txBody>
          <a:bodyPr wrap="square" lIns="0" tIns="0" rIns="0" bIns="0" rtlCol="0" anchor="t"/>
          <a:lstStyle/>
          <a:p>
            <a:pPr algn="r" indent="0" marL="0">
              <a:buNone/>
            </a:pPr>
            <a:r>
              <a:rPr lang="en-US" sz="2800" b="1" dirty="0">
                <a:solidFill>
                  <a:srgbClr val="191F28"/>
                </a:solidFill>
                <a:latin typeface="Malgun Gothic" pitchFamily="34" charset="0"/>
                <a:ea typeface="Malgun Gothic" pitchFamily="34" charset="-122"/>
                <a:cs typeface="Malgun Gothic" pitchFamily="34" charset="-120"/>
              </a:rPr>
              <a:t>46</a:t>
            </a:r>
            <a:pPr algn="r" indent="0" marL="0">
              <a:buNone/>
            </a:pPr>
            <a:r>
              <a:rPr lang="en-US" sz="1400" b="1" dirty="0">
                <a:solidFill>
                  <a:srgbClr val="6B7684"/>
                </a:solidFill>
                <a:latin typeface="Malgun Gothic" pitchFamily="34" charset="0"/>
                <a:ea typeface="Malgun Gothic" pitchFamily="34" charset="-122"/>
                <a:cs typeface="Malgun Gothic" pitchFamily="34" charset="-120"/>
              </a:rPr>
              <a:t> 개</a:t>
            </a:r>
            <a:endParaRPr lang="en-US" sz="2800" dirty="0"/>
          </a:p>
        </p:txBody>
      </p:sp>
      <p:sp>
        <p:nvSpPr>
          <p:cNvPr id="12" name="Shape 9"/>
          <p:cNvSpPr/>
          <p:nvPr/>
        </p:nvSpPr>
        <p:spPr>
          <a:xfrm>
            <a:off x="698500" y="3105150"/>
            <a:ext cx="5207000" cy="0"/>
          </a:xfrm>
          <a:prstGeom prst="line">
            <a:avLst/>
          </a:prstGeom>
          <a:noFill/>
          <a:ln w="19050">
            <a:solidFill>
              <a:srgbClr val="E1E4E8"/>
            </a:solidFill>
            <a:prstDash val="solid"/>
          </a:ln>
        </p:spPr>
      </p:sp>
      <p:sp>
        <p:nvSpPr>
          <p:cNvPr id="13" name="Text 10"/>
          <p:cNvSpPr/>
          <p:nvPr/>
        </p:nvSpPr>
        <p:spPr>
          <a:xfrm>
            <a:off x="698500" y="3454400"/>
            <a:ext cx="4064000" cy="279400"/>
          </a:xfrm>
          <a:prstGeom prst="rect">
            <a:avLst/>
          </a:prstGeom>
          <a:noFill/>
          <a:ln/>
        </p:spPr>
        <p:txBody>
          <a:bodyPr wrap="square" lIns="0" tIns="0" rIns="0" bIns="0" rtlCol="0" anchor="t"/>
          <a:lstStyle/>
          <a:p>
            <a:pPr indent="0" marL="0">
              <a:buNone/>
            </a:pPr>
            <a:r>
              <a:rPr lang="en-US" sz="1500" dirty="0">
                <a:solidFill>
                  <a:srgbClr val="191F28"/>
                </a:solidFill>
                <a:latin typeface="Malgun Gothic" pitchFamily="34" charset="0"/>
                <a:ea typeface="Malgun Gothic" pitchFamily="34" charset="-122"/>
                <a:cs typeface="Malgun Gothic" pitchFamily="34" charset="-120"/>
              </a:rPr>
              <a:t>복제 포함 에피소드</a:t>
            </a:r>
            <a:endParaRPr lang="en-US" sz="1500" dirty="0"/>
          </a:p>
        </p:txBody>
      </p:sp>
      <p:sp>
        <p:nvSpPr>
          <p:cNvPr id="14" name="Text 11"/>
          <p:cNvSpPr/>
          <p:nvPr/>
        </p:nvSpPr>
        <p:spPr>
          <a:xfrm>
            <a:off x="4000500" y="3340100"/>
            <a:ext cx="1905000" cy="444500"/>
          </a:xfrm>
          <a:prstGeom prst="rect">
            <a:avLst/>
          </a:prstGeom>
          <a:noFill/>
          <a:ln/>
        </p:spPr>
        <p:txBody>
          <a:bodyPr wrap="square" lIns="0" tIns="0" rIns="0" bIns="0" rtlCol="0" anchor="t"/>
          <a:lstStyle/>
          <a:p>
            <a:pPr algn="r" indent="0" marL="0">
              <a:buNone/>
            </a:pPr>
            <a:r>
              <a:rPr lang="en-US" sz="2800" b="1" dirty="0">
                <a:solidFill>
                  <a:srgbClr val="191F28"/>
                </a:solidFill>
                <a:latin typeface="Malgun Gothic" pitchFamily="34" charset="0"/>
                <a:ea typeface="Malgun Gothic" pitchFamily="34" charset="-122"/>
                <a:cs typeface="Malgun Gothic" pitchFamily="34" charset="-120"/>
              </a:rPr>
              <a:t>97</a:t>
            </a:r>
            <a:pPr algn="r" indent="0" marL="0">
              <a:buNone/>
            </a:pPr>
            <a:r>
              <a:rPr lang="en-US" sz="1400" b="1" dirty="0">
                <a:solidFill>
                  <a:srgbClr val="6B7684"/>
                </a:solidFill>
                <a:latin typeface="Malgun Gothic" pitchFamily="34" charset="0"/>
                <a:ea typeface="Malgun Gothic" pitchFamily="34" charset="-122"/>
                <a:cs typeface="Malgun Gothic" pitchFamily="34" charset="-120"/>
              </a:rPr>
              <a:t> 개</a:t>
            </a:r>
            <a:endParaRPr lang="en-US" sz="2800" dirty="0"/>
          </a:p>
        </p:txBody>
      </p:sp>
      <p:sp>
        <p:nvSpPr>
          <p:cNvPr id="15" name="Shape 12"/>
          <p:cNvSpPr/>
          <p:nvPr/>
        </p:nvSpPr>
        <p:spPr>
          <a:xfrm>
            <a:off x="698500" y="3873500"/>
            <a:ext cx="5207000" cy="0"/>
          </a:xfrm>
          <a:prstGeom prst="line">
            <a:avLst/>
          </a:prstGeom>
          <a:noFill/>
          <a:ln w="19050">
            <a:solidFill>
              <a:srgbClr val="E1E4E8"/>
            </a:solidFill>
            <a:prstDash val="solid"/>
          </a:ln>
        </p:spPr>
      </p:sp>
      <p:sp>
        <p:nvSpPr>
          <p:cNvPr id="16" name="Text 13"/>
          <p:cNvSpPr/>
          <p:nvPr/>
        </p:nvSpPr>
        <p:spPr>
          <a:xfrm>
            <a:off x="698500" y="4222750"/>
            <a:ext cx="4064000" cy="279400"/>
          </a:xfrm>
          <a:prstGeom prst="rect">
            <a:avLst/>
          </a:prstGeom>
          <a:noFill/>
          <a:ln/>
        </p:spPr>
        <p:txBody>
          <a:bodyPr wrap="square" lIns="0" tIns="0" rIns="0" bIns="0" rtlCol="0" anchor="t"/>
          <a:lstStyle/>
          <a:p>
            <a:pPr indent="0" marL="0">
              <a:buNone/>
            </a:pPr>
            <a:r>
              <a:rPr lang="en-US" sz="1500" dirty="0">
                <a:solidFill>
                  <a:srgbClr val="191F28"/>
                </a:solidFill>
                <a:latin typeface="Malgun Gothic" pitchFamily="34" charset="0"/>
                <a:ea typeface="Malgun Gothic" pitchFamily="34" charset="-122"/>
                <a:cs typeface="Malgun Gothic" pitchFamily="34" charset="-120"/>
              </a:rPr>
              <a:t>프레임</a:t>
            </a:r>
            <a:endParaRPr lang="en-US" sz="1500" dirty="0"/>
          </a:p>
        </p:txBody>
      </p:sp>
      <p:sp>
        <p:nvSpPr>
          <p:cNvPr id="17" name="Text 14"/>
          <p:cNvSpPr/>
          <p:nvPr/>
        </p:nvSpPr>
        <p:spPr>
          <a:xfrm>
            <a:off x="4000500" y="4108450"/>
            <a:ext cx="1905000" cy="444500"/>
          </a:xfrm>
          <a:prstGeom prst="rect">
            <a:avLst/>
          </a:prstGeom>
          <a:noFill/>
          <a:ln/>
        </p:spPr>
        <p:txBody>
          <a:bodyPr wrap="square" lIns="0" tIns="0" rIns="0" bIns="0" rtlCol="0" anchor="t"/>
          <a:lstStyle/>
          <a:p>
            <a:pPr algn="r" indent="0" marL="0">
              <a:buNone/>
            </a:pPr>
            <a:r>
              <a:rPr lang="en-US" sz="2800" b="1" dirty="0">
                <a:solidFill>
                  <a:srgbClr val="2F6FED"/>
                </a:solidFill>
                <a:latin typeface="Malgun Gothic" pitchFamily="34" charset="0"/>
                <a:ea typeface="Malgun Gothic" pitchFamily="34" charset="-122"/>
                <a:cs typeface="Malgun Gothic" pitchFamily="34" charset="-120"/>
              </a:rPr>
              <a:t>159,084</a:t>
            </a:r>
            <a:pPr algn="r" indent="0" marL="0">
              <a:buNone/>
            </a:pPr>
            <a:r>
              <a:rPr lang="en-US" sz="1400" b="1" dirty="0">
                <a:solidFill>
                  <a:srgbClr val="6B7684"/>
                </a:solidFill>
                <a:latin typeface="Malgun Gothic" pitchFamily="34" charset="0"/>
                <a:ea typeface="Malgun Gothic" pitchFamily="34" charset="-122"/>
                <a:cs typeface="Malgun Gothic" pitchFamily="34" charset="-120"/>
              </a:rPr>
              <a:t> 개</a:t>
            </a:r>
            <a:endParaRPr lang="en-US" sz="2800" dirty="0"/>
          </a:p>
        </p:txBody>
      </p:sp>
      <p:sp>
        <p:nvSpPr>
          <p:cNvPr id="18" name="Shape 15"/>
          <p:cNvSpPr/>
          <p:nvPr/>
        </p:nvSpPr>
        <p:spPr>
          <a:xfrm>
            <a:off x="698500" y="4641850"/>
            <a:ext cx="5207000" cy="0"/>
          </a:xfrm>
          <a:prstGeom prst="line">
            <a:avLst/>
          </a:prstGeom>
          <a:noFill/>
          <a:ln w="19050">
            <a:solidFill>
              <a:srgbClr val="E1E4E8"/>
            </a:solidFill>
            <a:prstDash val="solid"/>
          </a:ln>
        </p:spPr>
      </p:sp>
      <p:sp>
        <p:nvSpPr>
          <p:cNvPr id="19" name="Text 16"/>
          <p:cNvSpPr/>
          <p:nvPr/>
        </p:nvSpPr>
        <p:spPr>
          <a:xfrm>
            <a:off x="6540500" y="1803400"/>
            <a:ext cx="2540000" cy="254000"/>
          </a:xfrm>
          <a:prstGeom prst="rect">
            <a:avLst/>
          </a:prstGeom>
          <a:noFill/>
          <a:ln/>
        </p:spPr>
        <p:txBody>
          <a:bodyPr wrap="square" lIns="0" tIns="0" rIns="0" bIns="0" rtlCol="0" anchor="t"/>
          <a:lstStyle/>
          <a:p>
            <a:pPr indent="0" marL="0">
              <a:buNone/>
            </a:pPr>
            <a:r>
              <a:rPr lang="en-US" sz="1500" dirty="0">
                <a:solidFill>
                  <a:srgbClr val="191F28"/>
                </a:solidFill>
                <a:latin typeface="Malgun Gothic" pitchFamily="34" charset="0"/>
                <a:ea typeface="Malgun Gothic" pitchFamily="34" charset="-122"/>
                <a:cs typeface="Malgun Gothic" pitchFamily="34" charset="-120"/>
              </a:rPr>
              <a:t>학습 / 평가</a:t>
            </a:r>
            <a:endParaRPr lang="en-US" sz="1500" dirty="0"/>
          </a:p>
        </p:txBody>
      </p:sp>
      <p:sp>
        <p:nvSpPr>
          <p:cNvPr id="20" name="Text 17"/>
          <p:cNvSpPr/>
          <p:nvPr/>
        </p:nvSpPr>
        <p:spPr>
          <a:xfrm>
            <a:off x="8890000" y="1803400"/>
            <a:ext cx="2603500" cy="254000"/>
          </a:xfrm>
          <a:prstGeom prst="rect">
            <a:avLst/>
          </a:prstGeom>
          <a:noFill/>
          <a:ln/>
        </p:spPr>
        <p:txBody>
          <a:bodyPr wrap="square" lIns="0" tIns="0" rIns="0" bIns="0" rtlCol="0" anchor="t"/>
          <a:lstStyle/>
          <a:p>
            <a:pPr algn="r" indent="0" marL="0">
              <a:buNone/>
            </a:pPr>
            <a:r>
              <a:rPr lang="en-US" sz="1500" b="1" dirty="0">
                <a:solidFill>
                  <a:srgbClr val="191F28"/>
                </a:solidFill>
                <a:latin typeface="Malgun Gothic" pitchFamily="34" charset="0"/>
                <a:ea typeface="Malgun Gothic" pitchFamily="34" charset="-122"/>
                <a:cs typeface="Malgun Gothic" pitchFamily="34" charset="-120"/>
              </a:rPr>
              <a:t>79 / 18개</a:t>
            </a:r>
            <a:endParaRPr lang="en-US" sz="1500" dirty="0"/>
          </a:p>
        </p:txBody>
      </p:sp>
      <p:sp>
        <p:nvSpPr>
          <p:cNvPr id="21" name="Shape 18"/>
          <p:cNvSpPr/>
          <p:nvPr/>
        </p:nvSpPr>
        <p:spPr>
          <a:xfrm>
            <a:off x="6540500" y="2171700"/>
            <a:ext cx="4953000" cy="0"/>
          </a:xfrm>
          <a:prstGeom prst="line">
            <a:avLst/>
          </a:prstGeom>
          <a:noFill/>
          <a:ln w="19050">
            <a:solidFill>
              <a:srgbClr val="E1E4E8"/>
            </a:solidFill>
            <a:prstDash val="solid"/>
          </a:ln>
        </p:spPr>
      </p:sp>
      <p:sp>
        <p:nvSpPr>
          <p:cNvPr id="22" name="Text 19"/>
          <p:cNvSpPr/>
          <p:nvPr/>
        </p:nvSpPr>
        <p:spPr>
          <a:xfrm>
            <a:off x="6540500" y="2336800"/>
            <a:ext cx="2540000" cy="254000"/>
          </a:xfrm>
          <a:prstGeom prst="rect">
            <a:avLst/>
          </a:prstGeom>
          <a:noFill/>
          <a:ln/>
        </p:spPr>
        <p:txBody>
          <a:bodyPr wrap="square" lIns="0" tIns="0" rIns="0" bIns="0" rtlCol="0" anchor="t"/>
          <a:lstStyle/>
          <a:p>
            <a:pPr indent="0" marL="0">
              <a:buNone/>
            </a:pPr>
            <a:r>
              <a:rPr lang="en-US" sz="1500" dirty="0">
                <a:solidFill>
                  <a:srgbClr val="191F28"/>
                </a:solidFill>
                <a:latin typeface="Malgun Gothic" pitchFamily="34" charset="0"/>
                <a:ea typeface="Malgun Gothic" pitchFamily="34" charset="-122"/>
                <a:cs typeface="Malgun Gothic" pitchFamily="34" charset="-120"/>
              </a:rPr>
              <a:t>학습 스텝 · 배치</a:t>
            </a:r>
            <a:endParaRPr lang="en-US" sz="1500" dirty="0"/>
          </a:p>
        </p:txBody>
      </p:sp>
      <p:sp>
        <p:nvSpPr>
          <p:cNvPr id="23" name="Text 20"/>
          <p:cNvSpPr/>
          <p:nvPr/>
        </p:nvSpPr>
        <p:spPr>
          <a:xfrm>
            <a:off x="8890000" y="2336800"/>
            <a:ext cx="2603500" cy="254000"/>
          </a:xfrm>
          <a:prstGeom prst="rect">
            <a:avLst/>
          </a:prstGeom>
          <a:noFill/>
          <a:ln/>
        </p:spPr>
        <p:txBody>
          <a:bodyPr wrap="square" lIns="0" tIns="0" rIns="0" bIns="0" rtlCol="0" anchor="t"/>
          <a:lstStyle/>
          <a:p>
            <a:pPr algn="r" indent="0" marL="0">
              <a:buNone/>
            </a:pPr>
            <a:r>
              <a:rPr lang="en-US" sz="1500" b="1" dirty="0">
                <a:solidFill>
                  <a:srgbClr val="191F28"/>
                </a:solidFill>
                <a:latin typeface="Malgun Gothic" pitchFamily="34" charset="0"/>
                <a:ea typeface="Malgun Gothic" pitchFamily="34" charset="-122"/>
                <a:cs typeface="Malgun Gothic" pitchFamily="34" charset="-120"/>
              </a:rPr>
              <a:t>100,000 · 8</a:t>
            </a:r>
            <a:endParaRPr lang="en-US" sz="1500" dirty="0"/>
          </a:p>
        </p:txBody>
      </p:sp>
      <p:sp>
        <p:nvSpPr>
          <p:cNvPr id="24" name="Shape 21"/>
          <p:cNvSpPr/>
          <p:nvPr/>
        </p:nvSpPr>
        <p:spPr>
          <a:xfrm>
            <a:off x="6540500" y="2705100"/>
            <a:ext cx="4953000" cy="0"/>
          </a:xfrm>
          <a:prstGeom prst="line">
            <a:avLst/>
          </a:prstGeom>
          <a:noFill/>
          <a:ln w="19050">
            <a:solidFill>
              <a:srgbClr val="E1E4E8"/>
            </a:solidFill>
            <a:prstDash val="solid"/>
          </a:ln>
        </p:spPr>
      </p:sp>
      <p:sp>
        <p:nvSpPr>
          <p:cNvPr id="25" name="Text 22"/>
          <p:cNvSpPr/>
          <p:nvPr/>
        </p:nvSpPr>
        <p:spPr>
          <a:xfrm>
            <a:off x="6540500" y="2870200"/>
            <a:ext cx="2540000" cy="254000"/>
          </a:xfrm>
          <a:prstGeom prst="rect">
            <a:avLst/>
          </a:prstGeom>
          <a:noFill/>
          <a:ln/>
        </p:spPr>
        <p:txBody>
          <a:bodyPr wrap="square" lIns="0" tIns="0" rIns="0" bIns="0" rtlCol="0" anchor="t"/>
          <a:lstStyle/>
          <a:p>
            <a:pPr indent="0" marL="0">
              <a:buNone/>
            </a:pPr>
            <a:r>
              <a:rPr lang="en-US" sz="1500" dirty="0">
                <a:solidFill>
                  <a:srgbClr val="191F28"/>
                </a:solidFill>
                <a:latin typeface="Malgun Gothic" pitchFamily="34" charset="0"/>
                <a:ea typeface="Malgun Gothic" pitchFamily="34" charset="-122"/>
                <a:cs typeface="Malgun Gothic" pitchFamily="34" charset="-120"/>
              </a:rPr>
              <a:t>점검 주기</a:t>
            </a:r>
            <a:endParaRPr lang="en-US" sz="1500" dirty="0"/>
          </a:p>
        </p:txBody>
      </p:sp>
      <p:sp>
        <p:nvSpPr>
          <p:cNvPr id="26" name="Text 23"/>
          <p:cNvSpPr/>
          <p:nvPr/>
        </p:nvSpPr>
        <p:spPr>
          <a:xfrm>
            <a:off x="8890000" y="2870200"/>
            <a:ext cx="2603500" cy="254000"/>
          </a:xfrm>
          <a:prstGeom prst="rect">
            <a:avLst/>
          </a:prstGeom>
          <a:noFill/>
          <a:ln/>
        </p:spPr>
        <p:txBody>
          <a:bodyPr wrap="square" lIns="0" tIns="0" rIns="0" bIns="0" rtlCol="0" anchor="t"/>
          <a:lstStyle/>
          <a:p>
            <a:pPr algn="r" indent="0" marL="0">
              <a:buNone/>
            </a:pPr>
            <a:r>
              <a:rPr lang="en-US" sz="1500" b="1" dirty="0">
                <a:solidFill>
                  <a:srgbClr val="191F28"/>
                </a:solidFill>
                <a:latin typeface="Malgun Gothic" pitchFamily="34" charset="0"/>
                <a:ea typeface="Malgun Gothic" pitchFamily="34" charset="-122"/>
                <a:cs typeface="Malgun Gothic" pitchFamily="34" charset="-120"/>
              </a:rPr>
              <a:t>10,000스텝마다</a:t>
            </a:r>
            <a:endParaRPr lang="en-US" sz="1500" dirty="0"/>
          </a:p>
        </p:txBody>
      </p:sp>
      <p:sp>
        <p:nvSpPr>
          <p:cNvPr id="27" name="Shape 24"/>
          <p:cNvSpPr/>
          <p:nvPr/>
        </p:nvSpPr>
        <p:spPr>
          <a:xfrm>
            <a:off x="6540500" y="3238500"/>
            <a:ext cx="4953000" cy="0"/>
          </a:xfrm>
          <a:prstGeom prst="line">
            <a:avLst/>
          </a:prstGeom>
          <a:noFill/>
          <a:ln w="19050">
            <a:solidFill>
              <a:srgbClr val="E1E4E8"/>
            </a:solidFill>
            <a:prstDash val="solid"/>
          </a:ln>
        </p:spPr>
      </p:sp>
      <p:sp>
        <p:nvSpPr>
          <p:cNvPr id="28" name="Text 25"/>
          <p:cNvSpPr/>
          <p:nvPr/>
        </p:nvSpPr>
        <p:spPr>
          <a:xfrm>
            <a:off x="6540500" y="3403600"/>
            <a:ext cx="2540000" cy="254000"/>
          </a:xfrm>
          <a:prstGeom prst="rect">
            <a:avLst/>
          </a:prstGeom>
          <a:noFill/>
          <a:ln/>
        </p:spPr>
        <p:txBody>
          <a:bodyPr wrap="square" lIns="0" tIns="0" rIns="0" bIns="0" rtlCol="0" anchor="t"/>
          <a:lstStyle/>
          <a:p>
            <a:pPr indent="0" marL="0">
              <a:buNone/>
            </a:pPr>
            <a:r>
              <a:rPr lang="en-US" sz="1500" dirty="0">
                <a:solidFill>
                  <a:srgbClr val="191F28"/>
                </a:solidFill>
                <a:latin typeface="Malgun Gothic" pitchFamily="34" charset="0"/>
                <a:ea typeface="Malgun Gothic" pitchFamily="34" charset="-122"/>
                <a:cs typeface="Malgun Gothic" pitchFamily="34" charset="-120"/>
              </a:rPr>
              <a:t>예상 학습 시간</a:t>
            </a:r>
            <a:endParaRPr lang="en-US" sz="1500" dirty="0"/>
          </a:p>
        </p:txBody>
      </p:sp>
      <p:sp>
        <p:nvSpPr>
          <p:cNvPr id="29" name="Text 26"/>
          <p:cNvSpPr/>
          <p:nvPr/>
        </p:nvSpPr>
        <p:spPr>
          <a:xfrm>
            <a:off x="8890000" y="3403600"/>
            <a:ext cx="2603500" cy="254000"/>
          </a:xfrm>
          <a:prstGeom prst="rect">
            <a:avLst/>
          </a:prstGeom>
          <a:noFill/>
          <a:ln/>
        </p:spPr>
        <p:txBody>
          <a:bodyPr wrap="square" lIns="0" tIns="0" rIns="0" bIns="0" rtlCol="0" anchor="t"/>
          <a:lstStyle/>
          <a:p>
            <a:pPr algn="r" indent="0" marL="0">
              <a:buNone/>
            </a:pPr>
            <a:r>
              <a:rPr lang="en-US" sz="1500" b="1" dirty="0">
                <a:solidFill>
                  <a:srgbClr val="191F28"/>
                </a:solidFill>
                <a:latin typeface="Malgun Gothic" pitchFamily="34" charset="0"/>
                <a:ea typeface="Malgun Gothic" pitchFamily="34" charset="-122"/>
                <a:cs typeface="Malgun Gothic" pitchFamily="34" charset="-120"/>
              </a:rPr>
              <a:t>약 11~13시간</a:t>
            </a:r>
            <a:endParaRPr lang="en-US" sz="1500" dirty="0"/>
          </a:p>
        </p:txBody>
      </p:sp>
      <p:sp>
        <p:nvSpPr>
          <p:cNvPr id="30" name="Shape 27"/>
          <p:cNvSpPr/>
          <p:nvPr/>
        </p:nvSpPr>
        <p:spPr>
          <a:xfrm>
            <a:off x="6540500" y="3771900"/>
            <a:ext cx="4953000" cy="0"/>
          </a:xfrm>
          <a:prstGeom prst="line">
            <a:avLst/>
          </a:prstGeom>
          <a:noFill/>
          <a:ln w="19050">
            <a:solidFill>
              <a:srgbClr val="E1E4E8"/>
            </a:solidFill>
            <a:prstDash val="solid"/>
          </a:ln>
        </p:spPr>
      </p:sp>
      <p:sp>
        <p:nvSpPr>
          <p:cNvPr id="31" name="Text 28"/>
          <p:cNvSpPr/>
          <p:nvPr/>
        </p:nvSpPr>
        <p:spPr>
          <a:xfrm>
            <a:off x="6540500" y="3911600"/>
            <a:ext cx="4953000" cy="952500"/>
          </a:xfrm>
          <a:prstGeom prst="rect">
            <a:avLst/>
          </a:prstGeom>
          <a:noFill/>
          <a:ln/>
        </p:spPr>
        <p:txBody>
          <a:bodyPr wrap="square" lIns="0" tIns="0" rIns="0" bIns="0" rtlCol="0" anchor="t"/>
          <a:lstStyle/>
          <a:p>
            <a:pPr indent="0" marL="0">
              <a:lnSpc>
                <a:spcPct val="120000"/>
              </a:lnSpc>
              <a:buNone/>
            </a:pPr>
            <a:r>
              <a:rPr lang="en-US" sz="1400" b="1" dirty="0">
                <a:solidFill>
                  <a:srgbClr val="191F28"/>
                </a:solidFill>
                <a:latin typeface="Malgun Gothic" pitchFamily="34" charset="0"/>
                <a:ea typeface="Malgun Gothic" pitchFamily="34" charset="-122"/>
                <a:cs typeface="Malgun Gothic" pitchFamily="34" charset="-120"/>
              </a:rPr>
              <a:t>복제본은 같은 영상입니다. </a:t>
            </a:r>
            <a:pPr indent="0" marL="0">
              <a:lnSpc>
                <a:spcPct val="120000"/>
              </a:lnSpc>
              <a:buNone/>
            </a:pPr>
            <a:r>
              <a:rPr lang="en-US" sz="1400" dirty="0">
                <a:solidFill>
                  <a:srgbClr val="6B7684"/>
                </a:solidFill>
                <a:latin typeface="Malgun Gothic" pitchFamily="34" charset="0"/>
                <a:ea typeface="Malgun Gothic" pitchFamily="34" charset="-122"/>
                <a:cs typeface="Malgun Gothic" pitchFamily="34" charset="-120"/>
              </a:rPr>
              <a:t>그래서 학습에 쓰이는 서로 다른 시연은 </a:t>
            </a:r>
            <a:pPr indent="0" marL="0">
              <a:lnSpc>
                <a:spcPct val="120000"/>
              </a:lnSpc>
              <a:buNone/>
            </a:pPr>
            <a:r>
              <a:rPr lang="en-US" sz="1400" b="1" dirty="0">
                <a:solidFill>
                  <a:srgbClr val="191F28"/>
                </a:solidFill>
                <a:latin typeface="Malgun Gothic" pitchFamily="34" charset="0"/>
                <a:ea typeface="Malgun Gothic" pitchFamily="34" charset="-122"/>
                <a:cs typeface="Malgun Gothic" pitchFamily="34" charset="-120"/>
              </a:rPr>
              <a:t>37개</a:t>
            </a:r>
            <a:pPr indent="0" marL="0">
              <a:lnSpc>
                <a:spcPct val="120000"/>
              </a:lnSpc>
              <a:buNone/>
            </a:pPr>
            <a:r>
              <a:rPr lang="en-US" sz="1400" dirty="0">
                <a:solidFill>
                  <a:srgbClr val="6B7684"/>
                </a:solidFill>
                <a:latin typeface="Malgun Gothic" pitchFamily="34" charset="0"/>
                <a:ea typeface="Malgun Gothic" pitchFamily="34" charset="-122"/>
                <a:cs typeface="Malgun Gothic" pitchFamily="34" charset="-120"/>
              </a:rPr>
              <a:t>이고, 매번 밝기·색·작은 이동과 회전을 다르게 바꿔 넣어 과적합을 줄입니다.</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98500" y="508000"/>
            <a:ext cx="5715000" cy="254000"/>
          </a:xfrm>
          <a:prstGeom prst="rect">
            <a:avLst/>
          </a:prstGeom>
          <a:noFill/>
          <a:ln/>
        </p:spPr>
        <p:txBody>
          <a:bodyPr wrap="square" lIns="0" tIns="0" rIns="0" bIns="0" rtlCol="0" anchor="t"/>
          <a:lstStyle/>
          <a:p>
            <a:pPr indent="0" marL="0">
              <a:buNone/>
            </a:pPr>
            <a:r>
              <a:rPr lang="en-US" sz="1300" b="1" dirty="0">
                <a:solidFill>
                  <a:srgbClr val="2F6FED"/>
                </a:solidFill>
                <a:latin typeface="Malgun Gothic" pitchFamily="34" charset="0"/>
                <a:ea typeface="Malgun Gothic" pitchFamily="34" charset="-122"/>
                <a:cs typeface="Malgun Gothic" pitchFamily="34" charset="-120"/>
              </a:rPr>
              <a:t>04 · 예상 리스크</a:t>
            </a:r>
            <a:endParaRPr lang="en-US" sz="1300" dirty="0"/>
          </a:p>
        </p:txBody>
      </p:sp>
      <p:sp>
        <p:nvSpPr>
          <p:cNvPr id="4" name="Text 1"/>
          <p:cNvSpPr/>
          <p:nvPr/>
        </p:nvSpPr>
        <p:spPr>
          <a:xfrm>
            <a:off x="698500" y="825500"/>
            <a:ext cx="10414000" cy="508000"/>
          </a:xfrm>
          <a:prstGeom prst="rect">
            <a:avLst/>
          </a:prstGeom>
          <a:noFill/>
          <a:ln/>
        </p:spPr>
        <p:txBody>
          <a:bodyPr wrap="square" lIns="0" tIns="0" rIns="0" bIns="0" rtlCol="0" anchor="t"/>
          <a:lstStyle/>
          <a:p>
            <a:pPr indent="0" marL="0">
              <a:buNone/>
            </a:pPr>
            <a:r>
              <a:rPr lang="en-US" sz="2800" b="1" dirty="0">
                <a:solidFill>
                  <a:srgbClr val="191F28"/>
                </a:solidFill>
                <a:latin typeface="Malgun Gothic" pitchFamily="34" charset="0"/>
                <a:ea typeface="Malgun Gothic" pitchFamily="34" charset="-122"/>
                <a:cs typeface="Malgun Gothic" pitchFamily="34" charset="-120"/>
              </a:rPr>
              <a:t>예상되는 위험 세 가지와 대응</a:t>
            </a:r>
            <a:endParaRPr lang="en-US" sz="2800" dirty="0"/>
          </a:p>
        </p:txBody>
      </p:sp>
      <p:sp>
        <p:nvSpPr>
          <p:cNvPr id="5" name="Text 2"/>
          <p:cNvSpPr/>
          <p:nvPr/>
        </p:nvSpPr>
        <p:spPr>
          <a:xfrm>
            <a:off x="698500" y="6400800"/>
            <a:ext cx="3810000" cy="228600"/>
          </a:xfrm>
          <a:prstGeom prst="rect">
            <a:avLst/>
          </a:prstGeom>
          <a:noFill/>
          <a:ln/>
        </p:spPr>
        <p:txBody>
          <a:bodyPr wrap="square" lIns="0" tIns="0" rIns="0" bIns="0" rtlCol="0" anchor="t"/>
          <a:lstStyle/>
          <a:p>
            <a:pPr indent="0" marL="0">
              <a:buNone/>
            </a:pPr>
            <a:r>
              <a:rPr lang="en-US" sz="1200" dirty="0">
                <a:solidFill>
                  <a:srgbClr val="6B7684"/>
                </a:solidFill>
                <a:latin typeface="Malgun Gothic" pitchFamily="34" charset="0"/>
                <a:ea typeface="Malgun Gothic" pitchFamily="34" charset="-122"/>
                <a:cs typeface="Malgun Gothic" pitchFamily="34" charset="-120"/>
              </a:rPr>
              <a:t>수건 접기 정책 학습</a:t>
            </a:r>
            <a:endParaRPr lang="en-US" sz="1200" dirty="0"/>
          </a:p>
        </p:txBody>
      </p:sp>
      <p:sp>
        <p:nvSpPr>
          <p:cNvPr id="6" name="Text 3"/>
          <p:cNvSpPr/>
          <p:nvPr/>
        </p:nvSpPr>
        <p:spPr>
          <a:xfrm>
            <a:off x="10223500" y="6400800"/>
            <a:ext cx="1270000" cy="228600"/>
          </a:xfrm>
          <a:prstGeom prst="rect">
            <a:avLst/>
          </a:prstGeom>
          <a:noFill/>
          <a:ln/>
        </p:spPr>
        <p:txBody>
          <a:bodyPr wrap="square" lIns="0" tIns="0" rIns="0" bIns="0" rtlCol="0" anchor="t"/>
          <a:lstStyle/>
          <a:p>
            <a:pPr algn="r" indent="0" marL="0">
              <a:buNone/>
            </a:pPr>
            <a:r>
              <a:rPr lang="en-US" sz="1300" dirty="0">
                <a:solidFill>
                  <a:srgbClr val="6B7684"/>
                </a:solidFill>
                <a:latin typeface="Malgun Gothic" pitchFamily="34" charset="0"/>
                <a:ea typeface="Malgun Gothic" pitchFamily="34" charset="-122"/>
                <a:cs typeface="Malgun Gothic" pitchFamily="34" charset="-120"/>
              </a:rPr>
              <a:t>4 / 5</a:t>
            </a:r>
            <a:endParaRPr lang="en-US" sz="1300" dirty="0"/>
          </a:p>
        </p:txBody>
      </p:sp>
      <p:sp>
        <p:nvSpPr>
          <p:cNvPr id="7" name="Shape 4"/>
          <p:cNvSpPr/>
          <p:nvPr/>
        </p:nvSpPr>
        <p:spPr>
          <a:xfrm>
            <a:off x="698500" y="1511300"/>
            <a:ext cx="10795000" cy="0"/>
          </a:xfrm>
          <a:prstGeom prst="line">
            <a:avLst/>
          </a:prstGeom>
          <a:noFill/>
          <a:ln w="19050">
            <a:solidFill>
              <a:srgbClr val="E1E4E8"/>
            </a:solidFill>
            <a:prstDash val="solid"/>
          </a:ln>
        </p:spPr>
      </p:sp>
      <p:sp>
        <p:nvSpPr>
          <p:cNvPr id="8" name="Text 5"/>
          <p:cNvSpPr/>
          <p:nvPr/>
        </p:nvSpPr>
        <p:spPr>
          <a:xfrm>
            <a:off x="698500" y="1676400"/>
            <a:ext cx="508000" cy="444500"/>
          </a:xfrm>
          <a:prstGeom prst="rect">
            <a:avLst/>
          </a:prstGeom>
          <a:noFill/>
          <a:ln/>
        </p:spPr>
        <p:txBody>
          <a:bodyPr wrap="square" lIns="0" tIns="0" rIns="0" bIns="0" rtlCol="0" anchor="t"/>
          <a:lstStyle/>
          <a:p>
            <a:pPr indent="0" marL="0">
              <a:buNone/>
            </a:pPr>
            <a:r>
              <a:rPr lang="en-US" sz="2600" b="1" dirty="0">
                <a:solidFill>
                  <a:srgbClr val="E1E4E8"/>
                </a:solidFill>
                <a:latin typeface="Malgun Gothic" pitchFamily="34" charset="0"/>
                <a:ea typeface="Malgun Gothic" pitchFamily="34" charset="-122"/>
                <a:cs typeface="Malgun Gothic" pitchFamily="34" charset="-120"/>
              </a:rPr>
              <a:t>1</a:t>
            </a:r>
            <a:endParaRPr lang="en-US" sz="2600" dirty="0"/>
          </a:p>
        </p:txBody>
      </p:sp>
      <p:sp>
        <p:nvSpPr>
          <p:cNvPr id="9" name="Text 6"/>
          <p:cNvSpPr/>
          <p:nvPr/>
        </p:nvSpPr>
        <p:spPr>
          <a:xfrm>
            <a:off x="1428750" y="1676400"/>
            <a:ext cx="8890000" cy="317500"/>
          </a:xfrm>
          <a:prstGeom prst="rect">
            <a:avLst/>
          </a:prstGeom>
          <a:noFill/>
          <a:ln/>
        </p:spPr>
        <p:txBody>
          <a:bodyPr wrap="square" lIns="0" tIns="0" rIns="0" bIns="0" rtlCol="0" anchor="t"/>
          <a:lstStyle/>
          <a:p>
            <a:pPr indent="0" marL="0">
              <a:buNone/>
            </a:pPr>
            <a:r>
              <a:rPr lang="en-US" sz="1700" b="1" dirty="0">
                <a:solidFill>
                  <a:srgbClr val="191F28"/>
                </a:solidFill>
                <a:latin typeface="Malgun Gothic" pitchFamily="34" charset="0"/>
                <a:ea typeface="Malgun Gothic" pitchFamily="34" charset="-122"/>
                <a:cs typeface="Malgun Gothic" pitchFamily="34" charset="-120"/>
              </a:rPr>
              <a:t>시작 상태가 한정되어 있다</a:t>
            </a:r>
            <a:endParaRPr lang="en-US" sz="1700" dirty="0"/>
          </a:p>
        </p:txBody>
      </p:sp>
      <p:sp>
        <p:nvSpPr>
          <p:cNvPr id="10" name="Text 7"/>
          <p:cNvSpPr/>
          <p:nvPr/>
        </p:nvSpPr>
        <p:spPr>
          <a:xfrm>
            <a:off x="1428750" y="2032000"/>
            <a:ext cx="1905000" cy="203200"/>
          </a:xfrm>
          <a:prstGeom prst="rect">
            <a:avLst/>
          </a:prstGeom>
          <a:noFill/>
          <a:ln/>
        </p:spPr>
        <p:txBody>
          <a:bodyPr wrap="square" lIns="0" tIns="0" rIns="0" bIns="0" rtlCol="0" anchor="t"/>
          <a:lstStyle/>
          <a:p>
            <a:pPr indent="0" marL="0">
              <a:buNone/>
            </a:pPr>
            <a:r>
              <a:rPr lang="en-US" sz="1200" b="1" dirty="0">
                <a:solidFill>
                  <a:srgbClr val="6B7684"/>
                </a:solidFill>
                <a:latin typeface="Malgun Gothic" pitchFamily="34" charset="0"/>
                <a:ea typeface="Malgun Gothic" pitchFamily="34" charset="-122"/>
                <a:cs typeface="Malgun Gothic" pitchFamily="34" charset="-120"/>
              </a:rPr>
              <a:t>우려</a:t>
            </a:r>
            <a:endParaRPr lang="en-US" sz="1200" dirty="0"/>
          </a:p>
        </p:txBody>
      </p:sp>
      <p:sp>
        <p:nvSpPr>
          <p:cNvPr id="11" name="Text 8"/>
          <p:cNvSpPr/>
          <p:nvPr/>
        </p:nvSpPr>
        <p:spPr>
          <a:xfrm>
            <a:off x="1428750" y="2222500"/>
            <a:ext cx="4699000" cy="635000"/>
          </a:xfrm>
          <a:prstGeom prst="rect">
            <a:avLst/>
          </a:prstGeom>
          <a:noFill/>
          <a:ln/>
        </p:spPr>
        <p:txBody>
          <a:bodyPr wrap="square" lIns="0" tIns="0" rIns="0" bIns="0" rtlCol="0" anchor="t"/>
          <a:lstStyle/>
          <a:p>
            <a:pPr indent="0" marL="0">
              <a:lnSpc>
                <a:spcPct val="115000"/>
              </a:lnSpc>
              <a:buNone/>
            </a:pPr>
            <a:r>
              <a:rPr lang="en-US" sz="1400" dirty="0">
                <a:solidFill>
                  <a:srgbClr val="191F28"/>
                </a:solidFill>
                <a:latin typeface="Malgun Gothic" pitchFamily="34" charset="0"/>
                <a:ea typeface="Malgun Gothic" pitchFamily="34" charset="-122"/>
                <a:cs typeface="Malgun Gothic" pitchFamily="34" charset="-120"/>
              </a:rPr>
              <a:t>펼친 수건에서 시작하는 시연만 학습해서, 구겨지거나 비뚤게 놓이면 실패할 수 있습니다.</a:t>
            </a:r>
            <a:endParaRPr lang="en-US" sz="1400" dirty="0"/>
          </a:p>
        </p:txBody>
      </p:sp>
      <p:sp>
        <p:nvSpPr>
          <p:cNvPr id="12" name="Text 9"/>
          <p:cNvSpPr/>
          <p:nvPr/>
        </p:nvSpPr>
        <p:spPr>
          <a:xfrm>
            <a:off x="6604000" y="2032000"/>
            <a:ext cx="1905000" cy="203200"/>
          </a:xfrm>
          <a:prstGeom prst="rect">
            <a:avLst/>
          </a:prstGeom>
          <a:noFill/>
          <a:ln/>
        </p:spPr>
        <p:txBody>
          <a:bodyPr wrap="square" lIns="0" tIns="0" rIns="0" bIns="0" rtlCol="0" anchor="t"/>
          <a:lstStyle/>
          <a:p>
            <a:pPr indent="0" marL="0">
              <a:buNone/>
            </a:pPr>
            <a:r>
              <a:rPr lang="en-US" sz="1200" b="1" dirty="0">
                <a:solidFill>
                  <a:srgbClr val="2F6FED"/>
                </a:solidFill>
                <a:latin typeface="Malgun Gothic" pitchFamily="34" charset="0"/>
                <a:ea typeface="Malgun Gothic" pitchFamily="34" charset="-122"/>
                <a:cs typeface="Malgun Gothic" pitchFamily="34" charset="-120"/>
              </a:rPr>
              <a:t>대응</a:t>
            </a:r>
            <a:endParaRPr lang="en-US" sz="1200" dirty="0"/>
          </a:p>
        </p:txBody>
      </p:sp>
      <p:sp>
        <p:nvSpPr>
          <p:cNvPr id="13" name="Text 10"/>
          <p:cNvSpPr/>
          <p:nvPr/>
        </p:nvSpPr>
        <p:spPr>
          <a:xfrm>
            <a:off x="6604000" y="2222500"/>
            <a:ext cx="4699000" cy="635000"/>
          </a:xfrm>
          <a:prstGeom prst="rect">
            <a:avLst/>
          </a:prstGeom>
          <a:noFill/>
          <a:ln/>
        </p:spPr>
        <p:txBody>
          <a:bodyPr wrap="square" lIns="0" tIns="0" rIns="0" bIns="0" rtlCol="0" anchor="t"/>
          <a:lstStyle/>
          <a:p>
            <a:pPr indent="0" marL="0">
              <a:lnSpc>
                <a:spcPct val="115000"/>
              </a:lnSpc>
              <a:buNone/>
            </a:pPr>
            <a:r>
              <a:rPr lang="en-US" sz="1400" dirty="0">
                <a:solidFill>
                  <a:srgbClr val="191F28"/>
                </a:solidFill>
                <a:latin typeface="Malgun Gothic" pitchFamily="34" charset="0"/>
                <a:ea typeface="Malgun Gothic" pitchFamily="34" charset="-122"/>
                <a:cs typeface="Malgun Gothic" pitchFamily="34" charset="-120"/>
              </a:rPr>
              <a:t>시험 때는 수건을 먼저 펼쳐 놓고 시작하고, 필요하면 펼치기 시연을 추가합니다.</a:t>
            </a:r>
            <a:endParaRPr lang="en-US" sz="1400" dirty="0"/>
          </a:p>
        </p:txBody>
      </p:sp>
      <p:sp>
        <p:nvSpPr>
          <p:cNvPr id="14" name="Shape 11"/>
          <p:cNvSpPr/>
          <p:nvPr/>
        </p:nvSpPr>
        <p:spPr>
          <a:xfrm>
            <a:off x="698500" y="2971800"/>
            <a:ext cx="10795000" cy="0"/>
          </a:xfrm>
          <a:prstGeom prst="line">
            <a:avLst/>
          </a:prstGeom>
          <a:noFill/>
          <a:ln w="19050">
            <a:solidFill>
              <a:srgbClr val="E1E4E8"/>
            </a:solidFill>
            <a:prstDash val="solid"/>
          </a:ln>
        </p:spPr>
      </p:sp>
      <p:sp>
        <p:nvSpPr>
          <p:cNvPr id="15" name="Text 12"/>
          <p:cNvSpPr/>
          <p:nvPr/>
        </p:nvSpPr>
        <p:spPr>
          <a:xfrm>
            <a:off x="698500" y="3136900"/>
            <a:ext cx="508000" cy="444500"/>
          </a:xfrm>
          <a:prstGeom prst="rect">
            <a:avLst/>
          </a:prstGeom>
          <a:noFill/>
          <a:ln/>
        </p:spPr>
        <p:txBody>
          <a:bodyPr wrap="square" lIns="0" tIns="0" rIns="0" bIns="0" rtlCol="0" anchor="t"/>
          <a:lstStyle/>
          <a:p>
            <a:pPr indent="0" marL="0">
              <a:buNone/>
            </a:pPr>
            <a:r>
              <a:rPr lang="en-US" sz="2600" b="1" dirty="0">
                <a:solidFill>
                  <a:srgbClr val="E1E4E8"/>
                </a:solidFill>
                <a:latin typeface="Malgun Gothic" pitchFamily="34" charset="0"/>
                <a:ea typeface="Malgun Gothic" pitchFamily="34" charset="-122"/>
                <a:cs typeface="Malgun Gothic" pitchFamily="34" charset="-120"/>
              </a:rPr>
              <a:t>2</a:t>
            </a:r>
            <a:endParaRPr lang="en-US" sz="2600" dirty="0"/>
          </a:p>
        </p:txBody>
      </p:sp>
      <p:sp>
        <p:nvSpPr>
          <p:cNvPr id="16" name="Text 13"/>
          <p:cNvSpPr/>
          <p:nvPr/>
        </p:nvSpPr>
        <p:spPr>
          <a:xfrm>
            <a:off x="1428750" y="3136900"/>
            <a:ext cx="8890000" cy="317500"/>
          </a:xfrm>
          <a:prstGeom prst="rect">
            <a:avLst/>
          </a:prstGeom>
          <a:noFill/>
          <a:ln/>
        </p:spPr>
        <p:txBody>
          <a:bodyPr wrap="square" lIns="0" tIns="0" rIns="0" bIns="0" rtlCol="0" anchor="t"/>
          <a:lstStyle/>
          <a:p>
            <a:pPr indent="0" marL="0">
              <a:buNone/>
            </a:pPr>
            <a:r>
              <a:rPr lang="en-US" sz="1700" b="1" dirty="0">
                <a:solidFill>
                  <a:srgbClr val="191F28"/>
                </a:solidFill>
                <a:latin typeface="Malgun Gothic" pitchFamily="34" charset="0"/>
                <a:ea typeface="Malgun Gothic" pitchFamily="34" charset="-122"/>
                <a:cs typeface="Malgun Gothic" pitchFamily="34" charset="-120"/>
              </a:rPr>
              <a:t>서로 다른 시연이 적다</a:t>
            </a:r>
            <a:endParaRPr lang="en-US" sz="1700" dirty="0"/>
          </a:p>
        </p:txBody>
      </p:sp>
      <p:sp>
        <p:nvSpPr>
          <p:cNvPr id="17" name="Text 14"/>
          <p:cNvSpPr/>
          <p:nvPr/>
        </p:nvSpPr>
        <p:spPr>
          <a:xfrm>
            <a:off x="1428750" y="3492500"/>
            <a:ext cx="1905000" cy="203200"/>
          </a:xfrm>
          <a:prstGeom prst="rect">
            <a:avLst/>
          </a:prstGeom>
          <a:noFill/>
          <a:ln/>
        </p:spPr>
        <p:txBody>
          <a:bodyPr wrap="square" lIns="0" tIns="0" rIns="0" bIns="0" rtlCol="0" anchor="t"/>
          <a:lstStyle/>
          <a:p>
            <a:pPr indent="0" marL="0">
              <a:buNone/>
            </a:pPr>
            <a:r>
              <a:rPr lang="en-US" sz="1200" b="1" dirty="0">
                <a:solidFill>
                  <a:srgbClr val="6B7684"/>
                </a:solidFill>
                <a:latin typeface="Malgun Gothic" pitchFamily="34" charset="0"/>
                <a:ea typeface="Malgun Gothic" pitchFamily="34" charset="-122"/>
                <a:cs typeface="Malgun Gothic" pitchFamily="34" charset="-120"/>
              </a:rPr>
              <a:t>우려</a:t>
            </a:r>
            <a:endParaRPr lang="en-US" sz="1200" dirty="0"/>
          </a:p>
        </p:txBody>
      </p:sp>
      <p:sp>
        <p:nvSpPr>
          <p:cNvPr id="18" name="Text 15"/>
          <p:cNvSpPr/>
          <p:nvPr/>
        </p:nvSpPr>
        <p:spPr>
          <a:xfrm>
            <a:off x="1428750" y="3683000"/>
            <a:ext cx="4699000" cy="635000"/>
          </a:xfrm>
          <a:prstGeom prst="rect">
            <a:avLst/>
          </a:prstGeom>
          <a:noFill/>
          <a:ln/>
        </p:spPr>
        <p:txBody>
          <a:bodyPr wrap="square" lIns="0" tIns="0" rIns="0" bIns="0" rtlCol="0" anchor="t"/>
          <a:lstStyle/>
          <a:p>
            <a:pPr indent="0" marL="0">
              <a:lnSpc>
                <a:spcPct val="115000"/>
              </a:lnSpc>
              <a:buNone/>
            </a:pPr>
            <a:r>
              <a:rPr lang="en-US" sz="1400" dirty="0">
                <a:solidFill>
                  <a:srgbClr val="191F28"/>
                </a:solidFill>
                <a:latin typeface="Malgun Gothic" pitchFamily="34" charset="0"/>
                <a:ea typeface="Malgun Gothic" pitchFamily="34" charset="-122"/>
                <a:cs typeface="Malgun Gothic" pitchFamily="34" charset="-120"/>
              </a:rPr>
              <a:t>복제본이 같은 영상이라 실제 학습 시연은 37개뿐입니다.</a:t>
            </a:r>
            <a:endParaRPr lang="en-US" sz="1400" dirty="0"/>
          </a:p>
        </p:txBody>
      </p:sp>
      <p:sp>
        <p:nvSpPr>
          <p:cNvPr id="19" name="Text 16"/>
          <p:cNvSpPr/>
          <p:nvPr/>
        </p:nvSpPr>
        <p:spPr>
          <a:xfrm>
            <a:off x="6604000" y="3492500"/>
            <a:ext cx="1905000" cy="203200"/>
          </a:xfrm>
          <a:prstGeom prst="rect">
            <a:avLst/>
          </a:prstGeom>
          <a:noFill/>
          <a:ln/>
        </p:spPr>
        <p:txBody>
          <a:bodyPr wrap="square" lIns="0" tIns="0" rIns="0" bIns="0" rtlCol="0" anchor="t"/>
          <a:lstStyle/>
          <a:p>
            <a:pPr indent="0" marL="0">
              <a:buNone/>
            </a:pPr>
            <a:r>
              <a:rPr lang="en-US" sz="1200" b="1" dirty="0">
                <a:solidFill>
                  <a:srgbClr val="2F6FED"/>
                </a:solidFill>
                <a:latin typeface="Malgun Gothic" pitchFamily="34" charset="0"/>
                <a:ea typeface="Malgun Gothic" pitchFamily="34" charset="-122"/>
                <a:cs typeface="Malgun Gothic" pitchFamily="34" charset="-120"/>
              </a:rPr>
              <a:t>대응</a:t>
            </a:r>
            <a:endParaRPr lang="en-US" sz="1200" dirty="0"/>
          </a:p>
        </p:txBody>
      </p:sp>
      <p:sp>
        <p:nvSpPr>
          <p:cNvPr id="20" name="Text 17"/>
          <p:cNvSpPr/>
          <p:nvPr/>
        </p:nvSpPr>
        <p:spPr>
          <a:xfrm>
            <a:off x="6604000" y="3683000"/>
            <a:ext cx="4699000" cy="635000"/>
          </a:xfrm>
          <a:prstGeom prst="rect">
            <a:avLst/>
          </a:prstGeom>
          <a:noFill/>
          <a:ln/>
        </p:spPr>
        <p:txBody>
          <a:bodyPr wrap="square" lIns="0" tIns="0" rIns="0" bIns="0" rtlCol="0" anchor="t"/>
          <a:lstStyle/>
          <a:p>
            <a:pPr indent="0" marL="0">
              <a:lnSpc>
                <a:spcPct val="115000"/>
              </a:lnSpc>
              <a:buNone/>
            </a:pPr>
            <a:r>
              <a:rPr lang="en-US" sz="1400" dirty="0">
                <a:solidFill>
                  <a:srgbClr val="191F28"/>
                </a:solidFill>
                <a:latin typeface="Malgun Gothic" pitchFamily="34" charset="0"/>
                <a:ea typeface="Malgun Gothic" pitchFamily="34" charset="-122"/>
                <a:cs typeface="Malgun Gothic" pitchFamily="34" charset="-120"/>
              </a:rPr>
              <a:t>이미지 변환을 매번 다르게 적용하고, 결과를 보고 시연을 더 모읍니다.</a:t>
            </a:r>
            <a:endParaRPr lang="en-US" sz="1400" dirty="0"/>
          </a:p>
        </p:txBody>
      </p:sp>
      <p:sp>
        <p:nvSpPr>
          <p:cNvPr id="21" name="Shape 18"/>
          <p:cNvSpPr/>
          <p:nvPr/>
        </p:nvSpPr>
        <p:spPr>
          <a:xfrm>
            <a:off x="698500" y="4432300"/>
            <a:ext cx="10795000" cy="0"/>
          </a:xfrm>
          <a:prstGeom prst="line">
            <a:avLst/>
          </a:prstGeom>
          <a:noFill/>
          <a:ln w="19050">
            <a:solidFill>
              <a:srgbClr val="E1E4E8"/>
            </a:solidFill>
            <a:prstDash val="solid"/>
          </a:ln>
        </p:spPr>
      </p:sp>
      <p:sp>
        <p:nvSpPr>
          <p:cNvPr id="22" name="Text 19"/>
          <p:cNvSpPr/>
          <p:nvPr/>
        </p:nvSpPr>
        <p:spPr>
          <a:xfrm>
            <a:off x="698500" y="4597400"/>
            <a:ext cx="508000" cy="444500"/>
          </a:xfrm>
          <a:prstGeom prst="rect">
            <a:avLst/>
          </a:prstGeom>
          <a:noFill/>
          <a:ln/>
        </p:spPr>
        <p:txBody>
          <a:bodyPr wrap="square" lIns="0" tIns="0" rIns="0" bIns="0" rtlCol="0" anchor="t"/>
          <a:lstStyle/>
          <a:p>
            <a:pPr indent="0" marL="0">
              <a:buNone/>
            </a:pPr>
            <a:r>
              <a:rPr lang="en-US" sz="2600" b="1" dirty="0">
                <a:solidFill>
                  <a:srgbClr val="E1E4E8"/>
                </a:solidFill>
                <a:latin typeface="Malgun Gothic" pitchFamily="34" charset="0"/>
                <a:ea typeface="Malgun Gothic" pitchFamily="34" charset="-122"/>
                <a:cs typeface="Malgun Gothic" pitchFamily="34" charset="-120"/>
              </a:rPr>
              <a:t>3</a:t>
            </a:r>
            <a:endParaRPr lang="en-US" sz="2600" dirty="0"/>
          </a:p>
        </p:txBody>
      </p:sp>
      <p:sp>
        <p:nvSpPr>
          <p:cNvPr id="23" name="Text 20"/>
          <p:cNvSpPr/>
          <p:nvPr/>
        </p:nvSpPr>
        <p:spPr>
          <a:xfrm>
            <a:off x="1428750" y="4597400"/>
            <a:ext cx="8890000" cy="317500"/>
          </a:xfrm>
          <a:prstGeom prst="rect">
            <a:avLst/>
          </a:prstGeom>
          <a:noFill/>
          <a:ln/>
        </p:spPr>
        <p:txBody>
          <a:bodyPr wrap="square" lIns="0" tIns="0" rIns="0" bIns="0" rtlCol="0" anchor="t"/>
          <a:lstStyle/>
          <a:p>
            <a:pPr indent="0" marL="0">
              <a:buNone/>
            </a:pPr>
            <a:r>
              <a:rPr lang="en-US" sz="1700" b="1" dirty="0">
                <a:solidFill>
                  <a:srgbClr val="191F28"/>
                </a:solidFill>
                <a:latin typeface="Malgun Gothic" pitchFamily="34" charset="0"/>
                <a:ea typeface="Malgun Gothic" pitchFamily="34" charset="-122"/>
                <a:cs typeface="Malgun Gothic" pitchFamily="34" charset="-120"/>
              </a:rPr>
              <a:t>오차가 줄어도 성공은 아니다</a:t>
            </a:r>
            <a:endParaRPr lang="en-US" sz="1700" dirty="0"/>
          </a:p>
        </p:txBody>
      </p:sp>
      <p:sp>
        <p:nvSpPr>
          <p:cNvPr id="24" name="Text 21"/>
          <p:cNvSpPr/>
          <p:nvPr/>
        </p:nvSpPr>
        <p:spPr>
          <a:xfrm>
            <a:off x="1428750" y="4953000"/>
            <a:ext cx="1905000" cy="203200"/>
          </a:xfrm>
          <a:prstGeom prst="rect">
            <a:avLst/>
          </a:prstGeom>
          <a:noFill/>
          <a:ln/>
        </p:spPr>
        <p:txBody>
          <a:bodyPr wrap="square" lIns="0" tIns="0" rIns="0" bIns="0" rtlCol="0" anchor="t"/>
          <a:lstStyle/>
          <a:p>
            <a:pPr indent="0" marL="0">
              <a:buNone/>
            </a:pPr>
            <a:r>
              <a:rPr lang="en-US" sz="1200" b="1" dirty="0">
                <a:solidFill>
                  <a:srgbClr val="6B7684"/>
                </a:solidFill>
                <a:latin typeface="Malgun Gothic" pitchFamily="34" charset="0"/>
                <a:ea typeface="Malgun Gothic" pitchFamily="34" charset="-122"/>
                <a:cs typeface="Malgun Gothic" pitchFamily="34" charset="-120"/>
              </a:rPr>
              <a:t>우려</a:t>
            </a:r>
            <a:endParaRPr lang="en-US" sz="1200" dirty="0"/>
          </a:p>
        </p:txBody>
      </p:sp>
      <p:sp>
        <p:nvSpPr>
          <p:cNvPr id="25" name="Text 22"/>
          <p:cNvSpPr/>
          <p:nvPr/>
        </p:nvSpPr>
        <p:spPr>
          <a:xfrm>
            <a:off x="1428750" y="5143500"/>
            <a:ext cx="4699000" cy="635000"/>
          </a:xfrm>
          <a:prstGeom prst="rect">
            <a:avLst/>
          </a:prstGeom>
          <a:noFill/>
          <a:ln/>
        </p:spPr>
        <p:txBody>
          <a:bodyPr wrap="square" lIns="0" tIns="0" rIns="0" bIns="0" rtlCol="0" anchor="t"/>
          <a:lstStyle/>
          <a:p>
            <a:pPr indent="0" marL="0">
              <a:lnSpc>
                <a:spcPct val="115000"/>
              </a:lnSpc>
              <a:buNone/>
            </a:pPr>
            <a:r>
              <a:rPr lang="en-US" sz="1400" dirty="0">
                <a:solidFill>
                  <a:srgbClr val="191F28"/>
                </a:solidFill>
                <a:latin typeface="Malgun Gothic" pitchFamily="34" charset="0"/>
                <a:ea typeface="Malgun Gothic" pitchFamily="34" charset="-122"/>
                <a:cs typeface="Malgun Gothic" pitchFamily="34" charset="-120"/>
              </a:rPr>
              <a:t>학습 손실이 낮아도 로봇이 실제로 잘 접는다는 보장은 없습니다.</a:t>
            </a:r>
            <a:endParaRPr lang="en-US" sz="1400" dirty="0"/>
          </a:p>
        </p:txBody>
      </p:sp>
      <p:sp>
        <p:nvSpPr>
          <p:cNvPr id="26" name="Text 23"/>
          <p:cNvSpPr/>
          <p:nvPr/>
        </p:nvSpPr>
        <p:spPr>
          <a:xfrm>
            <a:off x="6604000" y="4953000"/>
            <a:ext cx="1905000" cy="203200"/>
          </a:xfrm>
          <a:prstGeom prst="rect">
            <a:avLst/>
          </a:prstGeom>
          <a:noFill/>
          <a:ln/>
        </p:spPr>
        <p:txBody>
          <a:bodyPr wrap="square" lIns="0" tIns="0" rIns="0" bIns="0" rtlCol="0" anchor="t"/>
          <a:lstStyle/>
          <a:p>
            <a:pPr indent="0" marL="0">
              <a:buNone/>
            </a:pPr>
            <a:r>
              <a:rPr lang="en-US" sz="1200" b="1" dirty="0">
                <a:solidFill>
                  <a:srgbClr val="2F6FED"/>
                </a:solidFill>
                <a:latin typeface="Malgun Gothic" pitchFamily="34" charset="0"/>
                <a:ea typeface="Malgun Gothic" pitchFamily="34" charset="-122"/>
                <a:cs typeface="Malgun Gothic" pitchFamily="34" charset="-120"/>
              </a:rPr>
              <a:t>대응</a:t>
            </a:r>
            <a:endParaRPr lang="en-US" sz="1200" dirty="0"/>
          </a:p>
        </p:txBody>
      </p:sp>
      <p:sp>
        <p:nvSpPr>
          <p:cNvPr id="27" name="Text 24"/>
          <p:cNvSpPr/>
          <p:nvPr/>
        </p:nvSpPr>
        <p:spPr>
          <a:xfrm>
            <a:off x="6604000" y="5143500"/>
            <a:ext cx="4699000" cy="635000"/>
          </a:xfrm>
          <a:prstGeom prst="rect">
            <a:avLst/>
          </a:prstGeom>
          <a:noFill/>
          <a:ln/>
        </p:spPr>
        <p:txBody>
          <a:bodyPr wrap="square" lIns="0" tIns="0" rIns="0" bIns="0" rtlCol="0" anchor="t"/>
          <a:lstStyle/>
          <a:p>
            <a:pPr indent="0" marL="0">
              <a:lnSpc>
                <a:spcPct val="115000"/>
              </a:lnSpc>
              <a:buNone/>
            </a:pPr>
            <a:r>
              <a:rPr lang="en-US" sz="1400" dirty="0">
                <a:solidFill>
                  <a:srgbClr val="191F28"/>
                </a:solidFill>
                <a:latin typeface="Malgun Gothic" pitchFamily="34" charset="0"/>
                <a:ea typeface="Malgun Gothic" pitchFamily="34" charset="-122"/>
                <a:cs typeface="Malgun Gothic" pitchFamily="34" charset="-120"/>
              </a:rPr>
              <a:t>30회 실제 시험으로 성공률을 재고, 점검에서 성능이 떨어지면 이전 체크포인트를 씁니다.</a:t>
            </a:r>
            <a:endParaRPr lang="en-US" sz="1400" dirty="0"/>
          </a:p>
        </p:txBody>
      </p:sp>
      <p:sp>
        <p:nvSpPr>
          <p:cNvPr id="28" name="Shape 25"/>
          <p:cNvSpPr/>
          <p:nvPr/>
        </p:nvSpPr>
        <p:spPr>
          <a:xfrm>
            <a:off x="698500" y="5892800"/>
            <a:ext cx="10795000" cy="0"/>
          </a:xfrm>
          <a:prstGeom prst="line">
            <a:avLst/>
          </a:prstGeom>
          <a:noFill/>
          <a:ln w="19050">
            <a:solidFill>
              <a:srgbClr val="E1E4E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98500" y="508000"/>
            <a:ext cx="5715000" cy="254000"/>
          </a:xfrm>
          <a:prstGeom prst="rect">
            <a:avLst/>
          </a:prstGeom>
          <a:noFill/>
          <a:ln/>
        </p:spPr>
        <p:txBody>
          <a:bodyPr wrap="square" lIns="0" tIns="0" rIns="0" bIns="0" rtlCol="0" anchor="t"/>
          <a:lstStyle/>
          <a:p>
            <a:pPr indent="0" marL="0">
              <a:buNone/>
            </a:pPr>
            <a:r>
              <a:rPr lang="en-US" sz="1300" b="1" dirty="0">
                <a:solidFill>
                  <a:srgbClr val="2F6FED"/>
                </a:solidFill>
                <a:latin typeface="Malgun Gothic" pitchFamily="34" charset="0"/>
                <a:ea typeface="Malgun Gothic" pitchFamily="34" charset="-122"/>
                <a:cs typeface="Malgun Gothic" pitchFamily="34" charset="-120"/>
              </a:rPr>
              <a:t>05 · 평가와 다음 단계</a:t>
            </a:r>
            <a:endParaRPr lang="en-US" sz="1300" dirty="0"/>
          </a:p>
        </p:txBody>
      </p:sp>
      <p:sp>
        <p:nvSpPr>
          <p:cNvPr id="4" name="Text 1"/>
          <p:cNvSpPr/>
          <p:nvPr/>
        </p:nvSpPr>
        <p:spPr>
          <a:xfrm>
            <a:off x="698500" y="825500"/>
            <a:ext cx="10414000" cy="508000"/>
          </a:xfrm>
          <a:prstGeom prst="rect">
            <a:avLst/>
          </a:prstGeom>
          <a:noFill/>
          <a:ln/>
        </p:spPr>
        <p:txBody>
          <a:bodyPr wrap="square" lIns="0" tIns="0" rIns="0" bIns="0" rtlCol="0" anchor="t"/>
          <a:lstStyle/>
          <a:p>
            <a:pPr indent="0" marL="0">
              <a:buNone/>
            </a:pPr>
            <a:r>
              <a:rPr lang="en-US" sz="2800" b="1" dirty="0">
                <a:solidFill>
                  <a:srgbClr val="191F28"/>
                </a:solidFill>
                <a:latin typeface="Malgun Gothic" pitchFamily="34" charset="0"/>
                <a:ea typeface="Malgun Gothic" pitchFamily="34" charset="-122"/>
                <a:cs typeface="Malgun Gothic" pitchFamily="34" charset="-120"/>
              </a:rPr>
              <a:t>30회 실제 시험으로 확인하고, 실패한 단계에 맞춰 다음을 정합니다</a:t>
            </a:r>
            <a:endParaRPr lang="en-US" sz="2800" dirty="0"/>
          </a:p>
        </p:txBody>
      </p:sp>
      <p:sp>
        <p:nvSpPr>
          <p:cNvPr id="5" name="Text 2"/>
          <p:cNvSpPr/>
          <p:nvPr/>
        </p:nvSpPr>
        <p:spPr>
          <a:xfrm>
            <a:off x="698500" y="6400800"/>
            <a:ext cx="3810000" cy="228600"/>
          </a:xfrm>
          <a:prstGeom prst="rect">
            <a:avLst/>
          </a:prstGeom>
          <a:noFill/>
          <a:ln/>
        </p:spPr>
        <p:txBody>
          <a:bodyPr wrap="square" lIns="0" tIns="0" rIns="0" bIns="0" rtlCol="0" anchor="t"/>
          <a:lstStyle/>
          <a:p>
            <a:pPr indent="0" marL="0">
              <a:buNone/>
            </a:pPr>
            <a:r>
              <a:rPr lang="en-US" sz="1200" dirty="0">
                <a:solidFill>
                  <a:srgbClr val="6B7684"/>
                </a:solidFill>
                <a:latin typeface="Malgun Gothic" pitchFamily="34" charset="0"/>
                <a:ea typeface="Malgun Gothic" pitchFamily="34" charset="-122"/>
                <a:cs typeface="Malgun Gothic" pitchFamily="34" charset="-120"/>
              </a:rPr>
              <a:t>수건 접기 정책 학습</a:t>
            </a:r>
            <a:endParaRPr lang="en-US" sz="1200" dirty="0"/>
          </a:p>
        </p:txBody>
      </p:sp>
      <p:sp>
        <p:nvSpPr>
          <p:cNvPr id="6" name="Text 3"/>
          <p:cNvSpPr/>
          <p:nvPr/>
        </p:nvSpPr>
        <p:spPr>
          <a:xfrm>
            <a:off x="10223500" y="6400800"/>
            <a:ext cx="1270000" cy="228600"/>
          </a:xfrm>
          <a:prstGeom prst="rect">
            <a:avLst/>
          </a:prstGeom>
          <a:noFill/>
          <a:ln/>
        </p:spPr>
        <p:txBody>
          <a:bodyPr wrap="square" lIns="0" tIns="0" rIns="0" bIns="0" rtlCol="0" anchor="t"/>
          <a:lstStyle/>
          <a:p>
            <a:pPr algn="r" indent="0" marL="0">
              <a:buNone/>
            </a:pPr>
            <a:r>
              <a:rPr lang="en-US" sz="1300" dirty="0">
                <a:solidFill>
                  <a:srgbClr val="6B7684"/>
                </a:solidFill>
                <a:latin typeface="Malgun Gothic" pitchFamily="34" charset="0"/>
                <a:ea typeface="Malgun Gothic" pitchFamily="34" charset="-122"/>
                <a:cs typeface="Malgun Gothic" pitchFamily="34" charset="-120"/>
              </a:rPr>
              <a:t>5 / 5</a:t>
            </a:r>
            <a:endParaRPr lang="en-US" sz="1300" dirty="0"/>
          </a:p>
        </p:txBody>
      </p:sp>
      <p:sp>
        <p:nvSpPr>
          <p:cNvPr id="7" name="Text 4"/>
          <p:cNvSpPr/>
          <p:nvPr/>
        </p:nvSpPr>
        <p:spPr>
          <a:xfrm>
            <a:off x="698500" y="1778000"/>
            <a:ext cx="5588000" cy="406400"/>
          </a:xfrm>
          <a:prstGeom prst="rect">
            <a:avLst/>
          </a:prstGeom>
          <a:noFill/>
          <a:ln/>
        </p:spPr>
        <p:txBody>
          <a:bodyPr wrap="square" lIns="0" tIns="0" rIns="0" bIns="0" rtlCol="0" anchor="t"/>
          <a:lstStyle/>
          <a:p>
            <a:pPr indent="0" marL="0">
              <a:lnSpc>
                <a:spcPct val="110000"/>
              </a:lnSpc>
              <a:buNone/>
            </a:pPr>
            <a:r>
              <a:rPr lang="en-US" sz="1500" b="1" dirty="0">
                <a:solidFill>
                  <a:srgbClr val="191F28"/>
                </a:solidFill>
                <a:latin typeface="Malgun Gothic" pitchFamily="34" charset="0"/>
                <a:ea typeface="Malgun Gothic" pitchFamily="34" charset="-122"/>
                <a:cs typeface="Malgun Gothic" pitchFamily="34" charset="-120"/>
              </a:rPr>
              <a:t>1  </a:t>
            </a:r>
            <a:pPr indent="0" marL="0">
              <a:lnSpc>
                <a:spcPct val="110000"/>
              </a:lnSpc>
              <a:buNone/>
            </a:pPr>
            <a:r>
              <a:rPr lang="en-US" sz="1500" dirty="0">
                <a:solidFill>
                  <a:srgbClr val="191F28"/>
                </a:solidFill>
                <a:latin typeface="Malgun Gothic" pitchFamily="34" charset="0"/>
                <a:ea typeface="Malgun Gothic" pitchFamily="34" charset="-122"/>
                <a:cs typeface="Malgun Gothic" pitchFamily="34" charset="-120"/>
              </a:rPr>
              <a:t>같은 조건에서 로봇으로 30회 시험합니다.</a:t>
            </a:r>
            <a:endParaRPr lang="en-US" sz="1500" dirty="0"/>
          </a:p>
        </p:txBody>
      </p:sp>
      <p:sp>
        <p:nvSpPr>
          <p:cNvPr id="8" name="Shape 5"/>
          <p:cNvSpPr/>
          <p:nvPr/>
        </p:nvSpPr>
        <p:spPr>
          <a:xfrm>
            <a:off x="698500" y="2184400"/>
            <a:ext cx="5651500" cy="0"/>
          </a:xfrm>
          <a:prstGeom prst="line">
            <a:avLst/>
          </a:prstGeom>
          <a:noFill/>
          <a:ln w="19050">
            <a:solidFill>
              <a:srgbClr val="E1E4E8"/>
            </a:solidFill>
            <a:prstDash val="solid"/>
          </a:ln>
        </p:spPr>
      </p:sp>
      <p:sp>
        <p:nvSpPr>
          <p:cNvPr id="9" name="Text 6"/>
          <p:cNvSpPr/>
          <p:nvPr/>
        </p:nvSpPr>
        <p:spPr>
          <a:xfrm>
            <a:off x="698500" y="2311400"/>
            <a:ext cx="5588000" cy="406400"/>
          </a:xfrm>
          <a:prstGeom prst="rect">
            <a:avLst/>
          </a:prstGeom>
          <a:noFill/>
          <a:ln/>
        </p:spPr>
        <p:txBody>
          <a:bodyPr wrap="square" lIns="0" tIns="0" rIns="0" bIns="0" rtlCol="0" anchor="t"/>
          <a:lstStyle/>
          <a:p>
            <a:pPr indent="0" marL="0">
              <a:lnSpc>
                <a:spcPct val="110000"/>
              </a:lnSpc>
              <a:buNone/>
            </a:pPr>
            <a:r>
              <a:rPr lang="en-US" sz="1500" b="1" dirty="0">
                <a:solidFill>
                  <a:srgbClr val="191F28"/>
                </a:solidFill>
                <a:latin typeface="Malgun Gothic" pitchFamily="34" charset="0"/>
                <a:ea typeface="Malgun Gothic" pitchFamily="34" charset="-122"/>
                <a:cs typeface="Malgun Gothic" pitchFamily="34" charset="-120"/>
              </a:rPr>
              <a:t>2  </a:t>
            </a:r>
            <a:pPr indent="0" marL="0">
              <a:lnSpc>
                <a:spcPct val="110000"/>
              </a:lnSpc>
              <a:buNone/>
            </a:pPr>
            <a:r>
              <a:rPr lang="en-US" sz="1500" dirty="0">
                <a:solidFill>
                  <a:srgbClr val="191F28"/>
                </a:solidFill>
                <a:latin typeface="Malgun Gothic" pitchFamily="34" charset="0"/>
                <a:ea typeface="Malgun Gothic" pitchFamily="34" charset="-122"/>
                <a:cs typeface="Malgun Gothic" pitchFamily="34" charset="-120"/>
              </a:rPr>
              <a:t>성공 기준은 시험 전에 정합니다.</a:t>
            </a:r>
            <a:endParaRPr lang="en-US" sz="1500" dirty="0"/>
          </a:p>
        </p:txBody>
      </p:sp>
      <p:sp>
        <p:nvSpPr>
          <p:cNvPr id="10" name="Shape 7"/>
          <p:cNvSpPr/>
          <p:nvPr/>
        </p:nvSpPr>
        <p:spPr>
          <a:xfrm>
            <a:off x="698500" y="2717800"/>
            <a:ext cx="5651500" cy="0"/>
          </a:xfrm>
          <a:prstGeom prst="line">
            <a:avLst/>
          </a:prstGeom>
          <a:noFill/>
          <a:ln w="19050">
            <a:solidFill>
              <a:srgbClr val="E1E4E8"/>
            </a:solidFill>
            <a:prstDash val="solid"/>
          </a:ln>
        </p:spPr>
      </p:sp>
      <p:sp>
        <p:nvSpPr>
          <p:cNvPr id="11" name="Text 8"/>
          <p:cNvSpPr/>
          <p:nvPr/>
        </p:nvSpPr>
        <p:spPr>
          <a:xfrm>
            <a:off x="698500" y="2844800"/>
            <a:ext cx="5588000" cy="673100"/>
          </a:xfrm>
          <a:prstGeom prst="rect">
            <a:avLst/>
          </a:prstGeom>
          <a:noFill/>
          <a:ln/>
        </p:spPr>
        <p:txBody>
          <a:bodyPr wrap="square" lIns="0" tIns="0" rIns="0" bIns="0" rtlCol="0" anchor="t"/>
          <a:lstStyle/>
          <a:p>
            <a:pPr indent="0" marL="0">
              <a:lnSpc>
                <a:spcPct val="110000"/>
              </a:lnSpc>
              <a:buNone/>
            </a:pPr>
            <a:r>
              <a:rPr lang="en-US" sz="1500" b="1" dirty="0">
                <a:solidFill>
                  <a:srgbClr val="191F28"/>
                </a:solidFill>
                <a:latin typeface="Malgun Gothic" pitchFamily="34" charset="0"/>
                <a:ea typeface="Malgun Gothic" pitchFamily="34" charset="-122"/>
                <a:cs typeface="Malgun Gothic" pitchFamily="34" charset="-120"/>
              </a:rPr>
              <a:t>3  </a:t>
            </a:r>
            <a:pPr indent="0" marL="0">
              <a:lnSpc>
                <a:spcPct val="110000"/>
              </a:lnSpc>
              <a:buNone/>
            </a:pPr>
            <a:r>
              <a:rPr lang="en-US" sz="1500" dirty="0">
                <a:solidFill>
                  <a:srgbClr val="191F28"/>
                </a:solidFill>
                <a:latin typeface="Malgun Gothic" pitchFamily="34" charset="0"/>
                <a:ea typeface="Malgun Gothic" pitchFamily="34" charset="-122"/>
                <a:cs typeface="Malgun Gothic" pitchFamily="34" charset="-120"/>
              </a:rPr>
              <a:t>매번 성공 여부와 실패한 단계(반접기 · 전환 · 대문접기)를 기록합니다.</a:t>
            </a:r>
            <a:endParaRPr lang="en-US" sz="1500" dirty="0"/>
          </a:p>
        </p:txBody>
      </p:sp>
      <p:sp>
        <p:nvSpPr>
          <p:cNvPr id="12" name="Shape 9"/>
          <p:cNvSpPr/>
          <p:nvPr/>
        </p:nvSpPr>
        <p:spPr>
          <a:xfrm>
            <a:off x="698500" y="3517900"/>
            <a:ext cx="5651500" cy="0"/>
          </a:xfrm>
          <a:prstGeom prst="line">
            <a:avLst/>
          </a:prstGeom>
          <a:noFill/>
          <a:ln w="19050">
            <a:solidFill>
              <a:srgbClr val="E1E4E8"/>
            </a:solidFill>
            <a:prstDash val="solid"/>
          </a:ln>
        </p:spPr>
      </p:sp>
      <p:sp>
        <p:nvSpPr>
          <p:cNvPr id="13" name="Text 10"/>
          <p:cNvSpPr/>
          <p:nvPr/>
        </p:nvSpPr>
        <p:spPr>
          <a:xfrm>
            <a:off x="698500" y="3746500"/>
            <a:ext cx="1905000" cy="254000"/>
          </a:xfrm>
          <a:prstGeom prst="rect">
            <a:avLst/>
          </a:prstGeom>
          <a:noFill/>
          <a:ln/>
        </p:spPr>
        <p:txBody>
          <a:bodyPr wrap="square" lIns="0" tIns="0" rIns="0" bIns="0" rtlCol="0" anchor="t"/>
          <a:lstStyle/>
          <a:p>
            <a:pPr indent="0" marL="0">
              <a:buNone/>
            </a:pPr>
            <a:r>
              <a:rPr lang="en-US" sz="1500" b="1" dirty="0">
                <a:solidFill>
                  <a:srgbClr val="191F28"/>
                </a:solidFill>
                <a:latin typeface="Malgun Gothic" pitchFamily="34" charset="0"/>
                <a:ea typeface="Malgun Gothic" pitchFamily="34" charset="-122"/>
                <a:cs typeface="Malgun Gothic" pitchFamily="34" charset="-120"/>
              </a:rPr>
              <a:t>다음 단계</a:t>
            </a:r>
            <a:endParaRPr lang="en-US" sz="1500" dirty="0"/>
          </a:p>
        </p:txBody>
      </p:sp>
      <p:sp>
        <p:nvSpPr>
          <p:cNvPr id="14" name="Text 11"/>
          <p:cNvSpPr/>
          <p:nvPr/>
        </p:nvSpPr>
        <p:spPr>
          <a:xfrm>
            <a:off x="698500" y="4038600"/>
            <a:ext cx="5588000" cy="889000"/>
          </a:xfrm>
          <a:prstGeom prst="rect">
            <a:avLst/>
          </a:prstGeom>
          <a:noFill/>
          <a:ln/>
        </p:spPr>
        <p:txBody>
          <a:bodyPr wrap="square" lIns="0" tIns="0" rIns="0" bIns="0" rtlCol="0" anchor="t"/>
          <a:lstStyle/>
          <a:p>
            <a:pPr indent="0" marL="0">
              <a:lnSpc>
                <a:spcPct val="120000"/>
              </a:lnSpc>
              <a:buNone/>
            </a:pPr>
            <a:r>
              <a:rPr lang="en-US" sz="1500" dirty="0">
                <a:solidFill>
                  <a:srgbClr val="6B7684"/>
                </a:solidFill>
                <a:latin typeface="Malgun Gothic" pitchFamily="34" charset="0"/>
                <a:ea typeface="Malgun Gothic" pitchFamily="34" charset="-122"/>
                <a:cs typeface="Malgun Gothic" pitchFamily="34" charset="-120"/>
              </a:rPr>
              <a:t>실패가 전환이나 대문접기에 몰리면 정책을 둘로 나눠 학습합니다. 시연 추가와 가상 환경(MuJoCo) 보강도 함께 검토합니다.</a:t>
            </a:r>
            <a:endParaRPr lang="en-US" sz="1500" dirty="0"/>
          </a:p>
        </p:txBody>
      </p:sp>
      <p:sp>
        <p:nvSpPr>
          <p:cNvPr id="15" name="Shape 12"/>
          <p:cNvSpPr/>
          <p:nvPr/>
        </p:nvSpPr>
        <p:spPr>
          <a:xfrm>
            <a:off x="6921500" y="1600200"/>
            <a:ext cx="4572000" cy="3276600"/>
          </a:xfrm>
          <a:prstGeom prst="rect">
            <a:avLst/>
          </a:prstGeom>
          <a:ln w="19050">
            <a:solidFill>
              <a:srgbClr val="E1E4E8"/>
            </a:solidFill>
            <a:prstDash val="solid"/>
          </a:ln>
        </p:spPr>
      </p:sp>
      <p:sp>
        <p:nvSpPr>
          <p:cNvPr id="16" name="Text 13"/>
          <p:cNvSpPr/>
          <p:nvPr/>
        </p:nvSpPr>
        <p:spPr>
          <a:xfrm>
            <a:off x="7213600" y="1879600"/>
            <a:ext cx="1905000" cy="228600"/>
          </a:xfrm>
          <a:prstGeom prst="rect">
            <a:avLst/>
          </a:prstGeom>
          <a:noFill/>
          <a:ln/>
        </p:spPr>
        <p:txBody>
          <a:bodyPr wrap="square" lIns="0" tIns="0" rIns="0" bIns="0" rtlCol="0" anchor="t"/>
          <a:lstStyle/>
          <a:p>
            <a:pPr indent="0" marL="0">
              <a:buNone/>
            </a:pPr>
            <a:r>
              <a:rPr lang="en-US" sz="1300" dirty="0">
                <a:solidFill>
                  <a:srgbClr val="6B7684"/>
                </a:solidFill>
                <a:latin typeface="Malgun Gothic" pitchFamily="34" charset="0"/>
                <a:ea typeface="Malgun Gothic" pitchFamily="34" charset="-122"/>
                <a:cs typeface="Malgun Gothic" pitchFamily="34" charset="-120"/>
              </a:rPr>
              <a:t>성공률</a:t>
            </a:r>
            <a:endParaRPr lang="en-US" sz="1300" dirty="0"/>
          </a:p>
        </p:txBody>
      </p:sp>
      <p:sp>
        <p:nvSpPr>
          <p:cNvPr id="17" name="Text 14"/>
          <p:cNvSpPr/>
          <p:nvPr/>
        </p:nvSpPr>
        <p:spPr>
          <a:xfrm>
            <a:off x="7213600" y="2146300"/>
            <a:ext cx="4064000" cy="825500"/>
          </a:xfrm>
          <a:prstGeom prst="rect">
            <a:avLst/>
          </a:prstGeom>
          <a:noFill/>
          <a:ln/>
        </p:spPr>
        <p:txBody>
          <a:bodyPr wrap="square" lIns="0" tIns="0" rIns="0" bIns="0" rtlCol="0" anchor="t"/>
          <a:lstStyle/>
          <a:p>
            <a:pPr indent="0" marL="0">
              <a:buNone/>
            </a:pPr>
            <a:r>
              <a:rPr lang="en-US" sz="5500" b="1" dirty="0">
                <a:solidFill>
                  <a:srgbClr val="191F28"/>
                </a:solidFill>
                <a:latin typeface="Malgun Gothic" pitchFamily="34" charset="0"/>
                <a:ea typeface="Malgun Gothic" pitchFamily="34" charset="-122"/>
                <a:cs typeface="Malgun Gothic" pitchFamily="34" charset="-120"/>
              </a:rPr>
              <a:t>측정 전</a:t>
            </a:r>
            <a:pPr indent="0" marL="0">
              <a:buNone/>
            </a:pPr>
            <a:r>
              <a:rPr lang="en-US" sz="2500" b="1" dirty="0">
                <a:solidFill>
                  <a:srgbClr val="6B7684"/>
                </a:solidFill>
                <a:latin typeface="Malgun Gothic" pitchFamily="34" charset="0"/>
                <a:ea typeface="Malgun Gothic" pitchFamily="34" charset="-122"/>
                <a:cs typeface="Malgun Gothic" pitchFamily="34" charset="-120"/>
              </a:rPr>
              <a:t>  / 30회</a:t>
            </a:r>
            <a:endParaRPr lang="en-US" sz="1400" dirty="0"/>
          </a:p>
        </p:txBody>
      </p:sp>
      <p:sp>
        <p:nvSpPr>
          <p:cNvPr id="18" name="Text 15"/>
          <p:cNvSpPr/>
          <p:nvPr/>
        </p:nvSpPr>
        <p:spPr>
          <a:xfrm>
            <a:off x="7213600" y="3162300"/>
            <a:ext cx="1905000" cy="228600"/>
          </a:xfrm>
          <a:prstGeom prst="rect">
            <a:avLst/>
          </a:prstGeom>
          <a:noFill/>
          <a:ln/>
        </p:spPr>
        <p:txBody>
          <a:bodyPr wrap="square" lIns="0" tIns="0" rIns="0" bIns="0" rtlCol="0" anchor="t"/>
          <a:lstStyle/>
          <a:p>
            <a:pPr indent="0" marL="0">
              <a:buNone/>
            </a:pPr>
            <a:r>
              <a:rPr lang="en-US" sz="1350" b="1" dirty="0">
                <a:solidFill>
                  <a:srgbClr val="6B7684"/>
                </a:solidFill>
                <a:latin typeface="Malgun Gothic" pitchFamily="34" charset="0"/>
                <a:ea typeface="Malgun Gothic" pitchFamily="34" charset="-122"/>
                <a:cs typeface="Malgun Gothic" pitchFamily="34" charset="-120"/>
              </a:rPr>
              <a:t>실패한 단계</a:t>
            </a:r>
            <a:endParaRPr lang="en-US" sz="1350" dirty="0"/>
          </a:p>
        </p:txBody>
      </p:sp>
      <p:sp>
        <p:nvSpPr>
          <p:cNvPr id="19" name="Text 16"/>
          <p:cNvSpPr/>
          <p:nvPr/>
        </p:nvSpPr>
        <p:spPr>
          <a:xfrm>
            <a:off x="10160000" y="3162300"/>
            <a:ext cx="1016000" cy="228600"/>
          </a:xfrm>
          <a:prstGeom prst="rect">
            <a:avLst/>
          </a:prstGeom>
          <a:noFill/>
          <a:ln/>
        </p:spPr>
        <p:txBody>
          <a:bodyPr wrap="square" lIns="0" tIns="0" rIns="0" bIns="0" rtlCol="0" anchor="t"/>
          <a:lstStyle/>
          <a:p>
            <a:pPr algn="r" indent="0" marL="0">
              <a:buNone/>
            </a:pPr>
            <a:r>
              <a:rPr lang="en-US" sz="1350" b="1" dirty="0">
                <a:solidFill>
                  <a:srgbClr val="6B7684"/>
                </a:solidFill>
                <a:latin typeface="Malgun Gothic" pitchFamily="34" charset="0"/>
                <a:ea typeface="Malgun Gothic" pitchFamily="34" charset="-122"/>
                <a:cs typeface="Malgun Gothic" pitchFamily="34" charset="-120"/>
              </a:rPr>
              <a:t>횟수</a:t>
            </a:r>
            <a:endParaRPr lang="en-US" sz="1350" dirty="0"/>
          </a:p>
        </p:txBody>
      </p:sp>
      <p:sp>
        <p:nvSpPr>
          <p:cNvPr id="20" name="Shape 17"/>
          <p:cNvSpPr/>
          <p:nvPr/>
        </p:nvSpPr>
        <p:spPr>
          <a:xfrm>
            <a:off x="7213600" y="3441700"/>
            <a:ext cx="3987800" cy="0"/>
          </a:xfrm>
          <a:prstGeom prst="line">
            <a:avLst/>
          </a:prstGeom>
          <a:noFill/>
          <a:ln w="19050">
            <a:solidFill>
              <a:srgbClr val="E1E4E8"/>
            </a:solidFill>
            <a:prstDash val="solid"/>
          </a:ln>
        </p:spPr>
      </p:sp>
      <p:sp>
        <p:nvSpPr>
          <p:cNvPr id="21" name="Text 18"/>
          <p:cNvSpPr/>
          <p:nvPr/>
        </p:nvSpPr>
        <p:spPr>
          <a:xfrm>
            <a:off x="7213600" y="3543300"/>
            <a:ext cx="2540000" cy="228600"/>
          </a:xfrm>
          <a:prstGeom prst="rect">
            <a:avLst/>
          </a:prstGeom>
          <a:noFill/>
          <a:ln/>
        </p:spPr>
        <p:txBody>
          <a:bodyPr wrap="square" lIns="0" tIns="0" rIns="0" bIns="0" rtlCol="0" anchor="t"/>
          <a:lstStyle/>
          <a:p>
            <a:pPr indent="0" marL="0">
              <a:buNone/>
            </a:pPr>
            <a:r>
              <a:rPr lang="en-US" sz="1350" dirty="0">
                <a:solidFill>
                  <a:srgbClr val="191F28"/>
                </a:solidFill>
                <a:latin typeface="Malgun Gothic" pitchFamily="34" charset="0"/>
                <a:ea typeface="Malgun Gothic" pitchFamily="34" charset="-122"/>
                <a:cs typeface="Malgun Gothic" pitchFamily="34" charset="-120"/>
              </a:rPr>
              <a:t>반접기 중</a:t>
            </a:r>
            <a:endParaRPr lang="en-US" sz="1350" dirty="0"/>
          </a:p>
        </p:txBody>
      </p:sp>
      <p:sp>
        <p:nvSpPr>
          <p:cNvPr id="22" name="Text 19"/>
          <p:cNvSpPr/>
          <p:nvPr/>
        </p:nvSpPr>
        <p:spPr>
          <a:xfrm>
            <a:off x="10160000" y="3543300"/>
            <a:ext cx="1016000" cy="228600"/>
          </a:xfrm>
          <a:prstGeom prst="rect">
            <a:avLst/>
          </a:prstGeom>
          <a:noFill/>
          <a:ln/>
        </p:spPr>
        <p:txBody>
          <a:bodyPr wrap="square" lIns="0" tIns="0" rIns="0" bIns="0" rtlCol="0" anchor="t"/>
          <a:lstStyle/>
          <a:p>
            <a:pPr algn="r" indent="0" marL="0">
              <a:buNone/>
            </a:pPr>
            <a:r>
              <a:rPr lang="en-US" sz="1350" dirty="0">
                <a:solidFill>
                  <a:srgbClr val="6B7684"/>
                </a:solidFill>
                <a:latin typeface="Malgun Gothic" pitchFamily="34" charset="0"/>
                <a:ea typeface="Malgun Gothic" pitchFamily="34" charset="-122"/>
                <a:cs typeface="Malgun Gothic" pitchFamily="34" charset="-120"/>
              </a:rPr>
              <a:t>―</a:t>
            </a:r>
            <a:endParaRPr lang="en-US" sz="1350" dirty="0"/>
          </a:p>
        </p:txBody>
      </p:sp>
      <p:sp>
        <p:nvSpPr>
          <p:cNvPr id="23" name="Shape 20"/>
          <p:cNvSpPr/>
          <p:nvPr/>
        </p:nvSpPr>
        <p:spPr>
          <a:xfrm>
            <a:off x="7213600" y="3873500"/>
            <a:ext cx="3987800" cy="0"/>
          </a:xfrm>
          <a:prstGeom prst="line">
            <a:avLst/>
          </a:prstGeom>
          <a:noFill/>
          <a:ln w="19050">
            <a:solidFill>
              <a:srgbClr val="E1E4E8"/>
            </a:solidFill>
            <a:prstDash val="solid"/>
          </a:ln>
        </p:spPr>
      </p:sp>
      <p:sp>
        <p:nvSpPr>
          <p:cNvPr id="24" name="Text 21"/>
          <p:cNvSpPr/>
          <p:nvPr/>
        </p:nvSpPr>
        <p:spPr>
          <a:xfrm>
            <a:off x="7213600" y="3930650"/>
            <a:ext cx="2540000" cy="228600"/>
          </a:xfrm>
          <a:prstGeom prst="rect">
            <a:avLst/>
          </a:prstGeom>
          <a:noFill/>
          <a:ln/>
        </p:spPr>
        <p:txBody>
          <a:bodyPr wrap="square" lIns="0" tIns="0" rIns="0" bIns="0" rtlCol="0" anchor="t"/>
          <a:lstStyle/>
          <a:p>
            <a:pPr indent="0" marL="0">
              <a:buNone/>
            </a:pPr>
            <a:r>
              <a:rPr lang="en-US" sz="1350" dirty="0">
                <a:solidFill>
                  <a:srgbClr val="191F28"/>
                </a:solidFill>
                <a:latin typeface="Malgun Gothic" pitchFamily="34" charset="0"/>
                <a:ea typeface="Malgun Gothic" pitchFamily="34" charset="-122"/>
                <a:cs typeface="Malgun Gothic" pitchFamily="34" charset="-120"/>
              </a:rPr>
              <a:t>전환 구간</a:t>
            </a:r>
            <a:endParaRPr lang="en-US" sz="1350" dirty="0"/>
          </a:p>
        </p:txBody>
      </p:sp>
      <p:sp>
        <p:nvSpPr>
          <p:cNvPr id="25" name="Text 22"/>
          <p:cNvSpPr/>
          <p:nvPr/>
        </p:nvSpPr>
        <p:spPr>
          <a:xfrm>
            <a:off x="10160000" y="3930650"/>
            <a:ext cx="1016000" cy="228600"/>
          </a:xfrm>
          <a:prstGeom prst="rect">
            <a:avLst/>
          </a:prstGeom>
          <a:noFill/>
          <a:ln/>
        </p:spPr>
        <p:txBody>
          <a:bodyPr wrap="square" lIns="0" tIns="0" rIns="0" bIns="0" rtlCol="0" anchor="t"/>
          <a:lstStyle/>
          <a:p>
            <a:pPr algn="r" indent="0" marL="0">
              <a:buNone/>
            </a:pPr>
            <a:r>
              <a:rPr lang="en-US" sz="1350" dirty="0">
                <a:solidFill>
                  <a:srgbClr val="6B7684"/>
                </a:solidFill>
                <a:latin typeface="Malgun Gothic" pitchFamily="34" charset="0"/>
                <a:ea typeface="Malgun Gothic" pitchFamily="34" charset="-122"/>
                <a:cs typeface="Malgun Gothic" pitchFamily="34" charset="-120"/>
              </a:rPr>
              <a:t>―</a:t>
            </a:r>
            <a:endParaRPr lang="en-US" sz="1350" dirty="0"/>
          </a:p>
        </p:txBody>
      </p:sp>
      <p:sp>
        <p:nvSpPr>
          <p:cNvPr id="26" name="Shape 23"/>
          <p:cNvSpPr/>
          <p:nvPr/>
        </p:nvSpPr>
        <p:spPr>
          <a:xfrm>
            <a:off x="7213600" y="4260850"/>
            <a:ext cx="3987800" cy="0"/>
          </a:xfrm>
          <a:prstGeom prst="line">
            <a:avLst/>
          </a:prstGeom>
          <a:noFill/>
          <a:ln w="19050">
            <a:solidFill>
              <a:srgbClr val="E1E4E8"/>
            </a:solidFill>
            <a:prstDash val="solid"/>
          </a:ln>
        </p:spPr>
      </p:sp>
      <p:sp>
        <p:nvSpPr>
          <p:cNvPr id="27" name="Text 24"/>
          <p:cNvSpPr/>
          <p:nvPr/>
        </p:nvSpPr>
        <p:spPr>
          <a:xfrm>
            <a:off x="7213600" y="4318000"/>
            <a:ext cx="2540000" cy="228600"/>
          </a:xfrm>
          <a:prstGeom prst="rect">
            <a:avLst/>
          </a:prstGeom>
          <a:noFill/>
          <a:ln/>
        </p:spPr>
        <p:txBody>
          <a:bodyPr wrap="square" lIns="0" tIns="0" rIns="0" bIns="0" rtlCol="0" anchor="t"/>
          <a:lstStyle/>
          <a:p>
            <a:pPr indent="0" marL="0">
              <a:buNone/>
            </a:pPr>
            <a:r>
              <a:rPr lang="en-US" sz="1350" dirty="0">
                <a:solidFill>
                  <a:srgbClr val="191F28"/>
                </a:solidFill>
                <a:latin typeface="Malgun Gothic" pitchFamily="34" charset="0"/>
                <a:ea typeface="Malgun Gothic" pitchFamily="34" charset="-122"/>
                <a:cs typeface="Malgun Gothic" pitchFamily="34" charset="-120"/>
              </a:rPr>
              <a:t>대문접기 중</a:t>
            </a:r>
            <a:endParaRPr lang="en-US" sz="1350" dirty="0"/>
          </a:p>
        </p:txBody>
      </p:sp>
      <p:sp>
        <p:nvSpPr>
          <p:cNvPr id="28" name="Text 25"/>
          <p:cNvSpPr/>
          <p:nvPr/>
        </p:nvSpPr>
        <p:spPr>
          <a:xfrm>
            <a:off x="10160000" y="4318000"/>
            <a:ext cx="1016000" cy="228600"/>
          </a:xfrm>
          <a:prstGeom prst="rect">
            <a:avLst/>
          </a:prstGeom>
          <a:noFill/>
          <a:ln/>
        </p:spPr>
        <p:txBody>
          <a:bodyPr wrap="square" lIns="0" tIns="0" rIns="0" bIns="0" rtlCol="0" anchor="t"/>
          <a:lstStyle/>
          <a:p>
            <a:pPr algn="r" indent="0" marL="0">
              <a:buNone/>
            </a:pPr>
            <a:r>
              <a:rPr lang="en-US" sz="1350" dirty="0">
                <a:solidFill>
                  <a:srgbClr val="6B7684"/>
                </a:solidFill>
                <a:latin typeface="Malgun Gothic" pitchFamily="34" charset="0"/>
                <a:ea typeface="Malgun Gothic" pitchFamily="34" charset="-122"/>
                <a:cs typeface="Malgun Gothic" pitchFamily="34" charset="-120"/>
              </a:rPr>
              <a:t>―</a:t>
            </a:r>
            <a:endParaRPr lang="en-US" sz="1350" dirty="0"/>
          </a:p>
        </p:txBody>
      </p:sp>
      <p:sp>
        <p:nvSpPr>
          <p:cNvPr id="29" name="Shape 26"/>
          <p:cNvSpPr/>
          <p:nvPr/>
        </p:nvSpPr>
        <p:spPr>
          <a:xfrm>
            <a:off x="7213600" y="4648200"/>
            <a:ext cx="3987800" cy="0"/>
          </a:xfrm>
          <a:prstGeom prst="line">
            <a:avLst/>
          </a:prstGeom>
          <a:noFill/>
          <a:ln w="19050">
            <a:solidFill>
              <a:srgbClr val="E1E4E8"/>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수건 접기 정책 학습 v2</dc:title>
  <dc:subject>PptxGenJS Presentation</dc:subject>
  <dc:creator>PptxGenJS</dc:creator>
  <cp:lastModifiedBy>PptxGenJS</cp:lastModifiedBy>
  <cp:revision>1</cp:revision>
  <dcterms:created xsi:type="dcterms:W3CDTF">2026-09-30T08:30:30Z</dcterms:created>
  <dcterms:modified xsi:type="dcterms:W3CDTF">2026-09-30T08:30:30Z</dcterms:modified>
</cp:coreProperties>
</file>